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303" r:id="rId4"/>
  </p:sldMasterIdLst>
  <p:notesMasterIdLst>
    <p:notesMasterId r:id="rId10"/>
  </p:notesMasterIdLst>
  <p:sldIdLst>
    <p:sldId id="464" r:id="rId5"/>
    <p:sldId id="451" r:id="rId6"/>
    <p:sldId id="4865" r:id="rId7"/>
    <p:sldId id="384" r:id="rId8"/>
    <p:sldId id="509" r:id="rId9"/>
  </p:sldIdLst>
  <p:sldSz cx="12192000" cy="6858000"/>
  <p:notesSz cx="9296400" cy="7010400"/>
  <p:embeddedFontLst>
    <p:embeddedFont>
      <p:font typeface="Avenir Next LT Pro Light" panose="020B0304020202020204" pitchFamily="34" charset="0"/>
      <p:regular r:id="rId11"/>
      <p:italic r:id="rId12"/>
    </p:embeddedFont>
  </p:embeddedFontLst>
  <p:defaultTextStyle>
    <a:defPPr>
      <a:defRPr lang="it-IT"/>
    </a:defPPr>
    <a:lvl1pPr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1pPr>
    <a:lvl2pPr marL="609585"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2pPr>
    <a:lvl3pPr marL="1219170"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3pPr>
    <a:lvl4pPr marL="1828754"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4pPr>
    <a:lvl5pPr marL="2438339" algn="l" rtl="0" fontAlgn="base">
      <a:spcBef>
        <a:spcPct val="20000"/>
      </a:spcBef>
      <a:spcAft>
        <a:spcPct val="0"/>
      </a:spcAft>
      <a:buChar char="•"/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5pPr>
    <a:lvl6pPr marL="3047924" algn="l" defTabSz="1219170" rtl="0" eaLnBrk="1" latinLnBrk="0" hangingPunct="1"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6pPr>
    <a:lvl7pPr marL="3657509" algn="l" defTabSz="1219170" rtl="0" eaLnBrk="1" latinLnBrk="0" hangingPunct="1"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7pPr>
    <a:lvl8pPr marL="4267093" algn="l" defTabSz="1219170" rtl="0" eaLnBrk="1" latinLnBrk="0" hangingPunct="1"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8pPr>
    <a:lvl9pPr marL="4876678" algn="l" defTabSz="1219170" rtl="0" eaLnBrk="1" latinLnBrk="0" hangingPunct="1">
      <a:defRPr kern="1200">
        <a:solidFill>
          <a:schemeClr val="bg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orient="horz" pos="3732" userDrawn="1">
          <p15:clr>
            <a:srgbClr val="A4A3A4"/>
          </p15:clr>
        </p15:guide>
        <p15:guide id="3" orient="horz" pos="2251" userDrawn="1">
          <p15:clr>
            <a:srgbClr val="A4A3A4"/>
          </p15:clr>
        </p15:guide>
        <p15:guide id="4" orient="horz" pos="769" userDrawn="1">
          <p15:clr>
            <a:srgbClr val="A4A3A4"/>
          </p15:clr>
        </p15:guide>
        <p15:guide id="5" orient="horz" pos="3551" userDrawn="1">
          <p15:clr>
            <a:srgbClr val="A4A3A4"/>
          </p15:clr>
        </p15:guide>
        <p15:guide id="6" orient="horz" pos="2613" userDrawn="1">
          <p15:clr>
            <a:srgbClr val="A4A3A4"/>
          </p15:clr>
        </p15:guide>
        <p15:guide id="7" orient="horz" pos="2069" userDrawn="1">
          <p15:clr>
            <a:srgbClr val="A4A3A4"/>
          </p15:clr>
        </p15:guide>
        <p15:guide id="8" orient="horz" pos="4096" userDrawn="1">
          <p15:clr>
            <a:srgbClr val="A4A3A4"/>
          </p15:clr>
        </p15:guide>
        <p15:guide id="9" pos="211" userDrawn="1">
          <p15:clr>
            <a:srgbClr val="A4A3A4"/>
          </p15:clr>
        </p15:guide>
        <p15:guide id="10" pos="7439" userDrawn="1">
          <p15:clr>
            <a:srgbClr val="A4A3A4"/>
          </p15:clr>
        </p15:guide>
        <p15:guide id="11" pos="3840" userDrawn="1">
          <p15:clr>
            <a:srgbClr val="A4A3A4"/>
          </p15:clr>
        </p15:guide>
        <p15:guide id="12" pos="1663" userDrawn="1">
          <p15:clr>
            <a:srgbClr val="A4A3A4"/>
          </p15:clr>
        </p15:guide>
        <p15:guide id="13" pos="756" userDrawn="1">
          <p15:clr>
            <a:srgbClr val="A4A3A4"/>
          </p15:clr>
        </p15:guide>
        <p15:guide id="14" pos="5111" userDrawn="1">
          <p15:clr>
            <a:srgbClr val="A4A3A4"/>
          </p15:clr>
        </p15:guide>
        <p15:guide id="15" pos="4445" userDrawn="1">
          <p15:clr>
            <a:srgbClr val="A4A3A4"/>
          </p15:clr>
        </p15:guide>
        <p15:guide id="16" pos="114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96EA"/>
    <a:srgbClr val="0070C0"/>
    <a:srgbClr val="DD2D86"/>
    <a:srgbClr val="FFFFFF"/>
    <a:srgbClr val="EAEAEA"/>
    <a:srgbClr val="FFC209"/>
    <a:srgbClr val="D22B40"/>
    <a:srgbClr val="FFC71B"/>
    <a:srgbClr val="EF7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8" autoAdjust="0"/>
    <p:restoredTop sz="86441" autoAdjust="0"/>
  </p:normalViewPr>
  <p:slideViewPr>
    <p:cSldViewPr snapToObjects="1" showGuides="1">
      <p:cViewPr varScale="1">
        <p:scale>
          <a:sx n="95" d="100"/>
          <a:sy n="95" d="100"/>
        </p:scale>
        <p:origin x="510" y="66"/>
      </p:cViewPr>
      <p:guideLst>
        <p:guide orient="horz" pos="588"/>
        <p:guide orient="horz" pos="3732"/>
        <p:guide orient="horz" pos="2251"/>
        <p:guide orient="horz" pos="769"/>
        <p:guide orient="horz" pos="3551"/>
        <p:guide orient="horz" pos="2613"/>
        <p:guide orient="horz" pos="2069"/>
        <p:guide orient="horz" pos="4096"/>
        <p:guide pos="211"/>
        <p:guide pos="7439"/>
        <p:guide pos="3840"/>
        <p:guide pos="1663"/>
        <p:guide pos="756"/>
        <p:guide pos="5111"/>
        <p:guide pos="4445"/>
        <p:guide pos="11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109" d="100"/>
          <a:sy n="109" d="100"/>
        </p:scale>
        <p:origin x="2538" y="96"/>
      </p:cViewPr>
      <p:guideLst>
        <p:guide orient="horz" pos="2208"/>
        <p:guide pos="29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ia Abbà" userId="5bc4ae0b-dcd0-4bde-86ab-7082dbb59cc4" providerId="ADAL" clId="{0B3D730F-0A2D-417C-9B06-839F576128BA}"/>
    <pc:docChg chg="modSld">
      <pc:chgData name="Silvia Abbà" userId="5bc4ae0b-dcd0-4bde-86ab-7082dbb59cc4" providerId="ADAL" clId="{0B3D730F-0A2D-417C-9B06-839F576128BA}" dt="2024-10-01T15:15:45.603" v="11" actId="255"/>
      <pc:docMkLst>
        <pc:docMk/>
      </pc:docMkLst>
      <pc:sldChg chg="modSp mod">
        <pc:chgData name="Silvia Abbà" userId="5bc4ae0b-dcd0-4bde-86ab-7082dbb59cc4" providerId="ADAL" clId="{0B3D730F-0A2D-417C-9B06-839F576128BA}" dt="2024-10-01T15:15:38.941" v="10" actId="255"/>
        <pc:sldMkLst>
          <pc:docMk/>
          <pc:sldMk cId="0" sldId="384"/>
        </pc:sldMkLst>
        <pc:spChg chg="mod">
          <ac:chgData name="Silvia Abbà" userId="5bc4ae0b-dcd0-4bde-86ab-7082dbb59cc4" providerId="ADAL" clId="{0B3D730F-0A2D-417C-9B06-839F576128BA}" dt="2024-10-01T15:15:38.941" v="10" actId="255"/>
          <ac:spMkLst>
            <pc:docMk/>
            <pc:sldMk cId="0" sldId="384"/>
            <ac:spMk id="6" creationId="{AAE80224-E421-DECF-32B2-ECD44F844693}"/>
          </ac:spMkLst>
        </pc:spChg>
      </pc:sldChg>
      <pc:sldChg chg="modSp mod">
        <pc:chgData name="Silvia Abbà" userId="5bc4ae0b-dcd0-4bde-86ab-7082dbb59cc4" providerId="ADAL" clId="{0B3D730F-0A2D-417C-9B06-839F576128BA}" dt="2024-10-01T15:15:27.014" v="8" actId="255"/>
        <pc:sldMkLst>
          <pc:docMk/>
          <pc:sldMk cId="0" sldId="451"/>
        </pc:sldMkLst>
        <pc:spChg chg="mod">
          <ac:chgData name="Silvia Abbà" userId="5bc4ae0b-dcd0-4bde-86ab-7082dbb59cc4" providerId="ADAL" clId="{0B3D730F-0A2D-417C-9B06-839F576128BA}" dt="2024-10-01T15:15:27.014" v="8" actId="255"/>
          <ac:spMkLst>
            <pc:docMk/>
            <pc:sldMk cId="0" sldId="451"/>
            <ac:spMk id="2" creationId="{E6C513C8-D397-9D2B-002A-3DED905DC246}"/>
          </ac:spMkLst>
        </pc:spChg>
      </pc:sldChg>
      <pc:sldChg chg="modSp mod">
        <pc:chgData name="Silvia Abbà" userId="5bc4ae0b-dcd0-4bde-86ab-7082dbb59cc4" providerId="ADAL" clId="{0B3D730F-0A2D-417C-9B06-839F576128BA}" dt="2024-10-01T15:15:45.603" v="11" actId="255"/>
        <pc:sldMkLst>
          <pc:docMk/>
          <pc:sldMk cId="3837614401" sldId="509"/>
        </pc:sldMkLst>
        <pc:spChg chg="mod">
          <ac:chgData name="Silvia Abbà" userId="5bc4ae0b-dcd0-4bde-86ab-7082dbb59cc4" providerId="ADAL" clId="{0B3D730F-0A2D-417C-9B06-839F576128BA}" dt="2024-10-01T15:15:45.603" v="11" actId="255"/>
          <ac:spMkLst>
            <pc:docMk/>
            <pc:sldMk cId="3837614401" sldId="509"/>
            <ac:spMk id="2" creationId="{07242849-8178-DF25-7A32-B3EC5A95E5CE}"/>
          </ac:spMkLst>
        </pc:spChg>
      </pc:sldChg>
      <pc:sldChg chg="modSp mod">
        <pc:chgData name="Silvia Abbà" userId="5bc4ae0b-dcd0-4bde-86ab-7082dbb59cc4" providerId="ADAL" clId="{0B3D730F-0A2D-417C-9B06-839F576128BA}" dt="2024-10-01T15:15:33.942" v="9" actId="255"/>
        <pc:sldMkLst>
          <pc:docMk/>
          <pc:sldMk cId="2197102490" sldId="4865"/>
        </pc:sldMkLst>
        <pc:spChg chg="mod">
          <ac:chgData name="Silvia Abbà" userId="5bc4ae0b-dcd0-4bde-86ab-7082dbb59cc4" providerId="ADAL" clId="{0B3D730F-0A2D-417C-9B06-839F576128BA}" dt="2024-10-01T15:15:33.942" v="9" actId="255"/>
          <ac:spMkLst>
            <pc:docMk/>
            <pc:sldMk cId="2197102490" sldId="4865"/>
            <ac:spMk id="14" creationId="{556FF31B-2A02-6CFC-31D0-AC5C4465F03D}"/>
          </ac:spMkLst>
        </pc:spChg>
      </pc:sldChg>
    </pc:docChg>
  </pc:docChgLst>
  <pc:docChgLst>
    <pc:chgData name="Silvia Abbà" userId="5bc4ae0b-dcd0-4bde-86ab-7082dbb59cc4" providerId="ADAL" clId="{B346B3EA-4807-4EA3-8522-DC7A959800CE}"/>
    <pc:docChg chg="modSld">
      <pc:chgData name="Silvia Abbà" userId="5bc4ae0b-dcd0-4bde-86ab-7082dbb59cc4" providerId="ADAL" clId="{B346B3EA-4807-4EA3-8522-DC7A959800CE}" dt="2024-11-20T10:37:19.370" v="6" actId="255"/>
      <pc:docMkLst>
        <pc:docMk/>
      </pc:docMkLst>
      <pc:sldChg chg="modSp mod">
        <pc:chgData name="Silvia Abbà" userId="5bc4ae0b-dcd0-4bde-86ab-7082dbb59cc4" providerId="ADAL" clId="{B346B3EA-4807-4EA3-8522-DC7A959800CE}" dt="2024-11-20T10:37:19.370" v="6" actId="255"/>
        <pc:sldMkLst>
          <pc:docMk/>
          <pc:sldMk cId="3837614401" sldId="509"/>
        </pc:sldMkLst>
        <pc:graphicFrameChg chg="modGraphic">
          <ac:chgData name="Silvia Abbà" userId="5bc4ae0b-dcd0-4bde-86ab-7082dbb59cc4" providerId="ADAL" clId="{B346B3EA-4807-4EA3-8522-DC7A959800CE}" dt="2024-11-20T10:37:19.370" v="6" actId="255"/>
          <ac:graphicFrameMkLst>
            <pc:docMk/>
            <pc:sldMk cId="3837614401" sldId="509"/>
            <ac:graphicFrameMk id="7" creationId="{F64D38B0-B93A-8BDA-60D7-BB626B430A6E}"/>
          </ac:graphicFrameMkLst>
        </pc:graphicFrameChg>
      </pc:sldChg>
      <pc:sldChg chg="modSp mod">
        <pc:chgData name="Silvia Abbà" userId="5bc4ae0b-dcd0-4bde-86ab-7082dbb59cc4" providerId="ADAL" clId="{B346B3EA-4807-4EA3-8522-DC7A959800CE}" dt="2024-11-20T10:35:04.865" v="4" actId="20577"/>
        <pc:sldMkLst>
          <pc:docMk/>
          <pc:sldMk cId="2197102490" sldId="4865"/>
        </pc:sldMkLst>
        <pc:spChg chg="mod">
          <ac:chgData name="Silvia Abbà" userId="5bc4ae0b-dcd0-4bde-86ab-7082dbb59cc4" providerId="ADAL" clId="{B346B3EA-4807-4EA3-8522-DC7A959800CE}" dt="2024-11-20T10:35:04.865" v="4" actId="20577"/>
          <ac:spMkLst>
            <pc:docMk/>
            <pc:sldMk cId="2197102490" sldId="4865"/>
            <ac:spMk id="12" creationId="{5E0E06C2-CB33-6BD4-C1FF-7E7E96F1DBC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226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03" tIns="48202" rIns="96403" bIns="48202" numCol="1" anchor="t" anchorCtr="0" compatLnSpc="1">
            <a:prstTxWarp prst="textNoShape">
              <a:avLst/>
            </a:prstTxWarp>
          </a:bodyPr>
          <a:lstStyle>
            <a:lvl1pPr defTabSz="890588">
              <a:spcBef>
                <a:spcPct val="0"/>
              </a:spcBef>
              <a:buFontTx/>
              <a:buNone/>
              <a:defRPr sz="1300" smtClean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701" y="0"/>
            <a:ext cx="4029226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03" tIns="48202" rIns="96403" bIns="48202" numCol="1" anchor="t" anchorCtr="0" compatLnSpc="1">
            <a:prstTxWarp prst="textNoShape">
              <a:avLst/>
            </a:prstTxWarp>
          </a:bodyPr>
          <a:lstStyle>
            <a:lvl1pPr algn="r" defTabSz="890588">
              <a:spcBef>
                <a:spcPct val="0"/>
              </a:spcBef>
              <a:buFontTx/>
              <a:buNone/>
              <a:defRPr sz="1300" smtClean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4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1400" y="525463"/>
            <a:ext cx="46736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935" y="3329940"/>
            <a:ext cx="7436531" cy="315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03" tIns="48202" rIns="96403" bIns="482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258"/>
            <a:ext cx="4029226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03" tIns="48202" rIns="96403" bIns="48202" numCol="1" anchor="b" anchorCtr="0" compatLnSpc="1">
            <a:prstTxWarp prst="textNoShape">
              <a:avLst/>
            </a:prstTxWarp>
          </a:bodyPr>
          <a:lstStyle>
            <a:lvl1pPr defTabSz="890588">
              <a:spcBef>
                <a:spcPct val="0"/>
              </a:spcBef>
              <a:buFontTx/>
              <a:buNone/>
              <a:defRPr sz="1300" smtClean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01" y="6658258"/>
            <a:ext cx="4029226" cy="35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403" tIns="48202" rIns="96403" bIns="48202" numCol="1" anchor="b" anchorCtr="0" compatLnSpc="1">
            <a:prstTxWarp prst="textNoShape">
              <a:avLst/>
            </a:prstTxWarp>
          </a:bodyPr>
          <a:lstStyle>
            <a:lvl1pPr algn="r" defTabSz="890588">
              <a:spcBef>
                <a:spcPct val="0"/>
              </a:spcBef>
              <a:buFontTx/>
              <a:buNone/>
              <a:defRPr sz="1300" smtClean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874D436-80AD-4A91-B474-F65CE4C6E27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958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121917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828754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438339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74D436-80AD-4A91-B474-F65CE4C6E27C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815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ert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">
            <a:extLst>
              <a:ext uri="{FF2B5EF4-FFF2-40B4-BE49-F238E27FC236}">
                <a16:creationId xmlns:a16="http://schemas.microsoft.com/office/drawing/2014/main" id="{6ED76AF4-7E61-912C-111B-C87FD0AC5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552489"/>
            <a:ext cx="5832648" cy="543595"/>
          </a:xfrm>
          <a:prstGeom prst="rect">
            <a:avLst/>
          </a:prstGeom>
        </p:spPr>
        <p:txBody>
          <a:bodyPr/>
          <a:lstStyle>
            <a:lvl1pPr algn="ctr">
              <a:defRPr sz="3000" b="1">
                <a:solidFill>
                  <a:schemeClr val="tx2"/>
                </a:solidFill>
                <a:latin typeface="Avenir Next LT Pro Light" panose="020B0304020202020204" pitchFamily="34" charset="0"/>
              </a:defRPr>
            </a:lvl1pPr>
          </a:lstStyle>
          <a:p>
            <a:r>
              <a:rPr lang="it-IT" dirty="0"/>
              <a:t>[[NOME_PROD]]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3904570-9646-5D80-647F-8428D6804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52" y="6474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buFontTx/>
              <a:buNone/>
            </a:pPr>
            <a:r>
              <a:rPr lang="it-IT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  <a:cs typeface="Calibri" panose="020F0502020204030204" pitchFamily="34" charset="0"/>
              </a:rPr>
              <a:t>[[TITOLO]] – job [[JOB]] – [[DATA]]</a:t>
            </a:r>
            <a:endParaRPr lang="it-IT" dirty="0">
              <a:solidFill>
                <a:schemeClr val="bg1">
                  <a:lumMod val="75000"/>
                </a:schemeClr>
              </a:solidFill>
              <a:latin typeface="Avenir Next LT Pro Light" panose="020B03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Logo">
            <a:extLst>
              <a:ext uri="{FF2B5EF4-FFF2-40B4-BE49-F238E27FC236}">
                <a16:creationId xmlns:a16="http://schemas.microsoft.com/office/drawing/2014/main" id="{C35C121F-8637-0921-F97B-171AB72B1A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6938" y="4797152"/>
            <a:ext cx="792162" cy="790575"/>
          </a:xfrm>
          <a:prstGeom prst="rect">
            <a:avLst/>
          </a:prstGeom>
        </p:spPr>
        <p:txBody>
          <a:bodyPr/>
          <a:lstStyle/>
          <a:p>
            <a:pPr lvl="0"/>
            <a:endParaRPr lang="it-IT" dirty="0"/>
          </a:p>
        </p:txBody>
      </p:sp>
      <p:sp>
        <p:nvSpPr>
          <p:cNvPr id="5" name="Foto">
            <a:extLst>
              <a:ext uri="{FF2B5EF4-FFF2-40B4-BE49-F238E27FC236}">
                <a16:creationId xmlns:a16="http://schemas.microsoft.com/office/drawing/2014/main" id="{AD219ABE-9FC2-029B-87A2-CD7EA3C9BD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66988" y="1916113"/>
            <a:ext cx="792162" cy="790575"/>
          </a:xfrm>
          <a:prstGeom prst="rect">
            <a:avLst/>
          </a:prstGeom>
        </p:spPr>
        <p:txBody>
          <a:bodyPr/>
          <a:lstStyle/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94282528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">
            <a:extLst>
              <a:ext uri="{FF2B5EF4-FFF2-40B4-BE49-F238E27FC236}">
                <a16:creationId xmlns:a16="http://schemas.microsoft.com/office/drawing/2014/main" id="{157B1FE5-894E-EAE7-FB98-5BAC13B34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4" y="28695"/>
            <a:ext cx="8352928" cy="880025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venir Next LT Pro Light" panose="020B0304020202020204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A806A64C-8100-2B75-BB64-E15DC198B1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55432" y="5947841"/>
            <a:ext cx="791492" cy="79057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5EF408FF-93D5-05FC-6F0B-C23E12F63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52" y="6474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buFontTx/>
              <a:buNone/>
            </a:pPr>
            <a:r>
              <a:rPr lang="it-IT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  <a:cs typeface="Calibri" panose="020F0502020204030204" pitchFamily="34" charset="0"/>
              </a:rPr>
              <a:t>[[TITOLO]] – job [[JOB]] – [[DATA]]</a:t>
            </a:r>
            <a:endParaRPr lang="it-IT" dirty="0">
              <a:solidFill>
                <a:schemeClr val="bg1">
                  <a:lumMod val="75000"/>
                </a:schemeClr>
              </a:solidFill>
              <a:latin typeface="Avenir Next LT Pro Light" panose="020B030402020202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da prodot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">
            <a:extLst>
              <a:ext uri="{FF2B5EF4-FFF2-40B4-BE49-F238E27FC236}">
                <a16:creationId xmlns:a16="http://schemas.microsoft.com/office/drawing/2014/main" id="{157B1FE5-894E-EAE7-FB98-5BAC13B34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4" y="28695"/>
            <a:ext cx="8352928" cy="880025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Avenir Next LT Pro Light" panose="020B0304020202020204" pitchFamily="34" charset="0"/>
              </a:defRPr>
            </a:lvl1pPr>
          </a:lstStyle>
          <a:p>
            <a:r>
              <a:rPr lang="it-IT" dirty="0"/>
              <a:t>Titolo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D76AAA5-BA13-413E-D6E5-DD6953375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52" y="6474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buFontTx/>
              <a:buNone/>
            </a:pPr>
            <a:r>
              <a:rPr lang="it-IT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  <a:cs typeface="Calibri" panose="020F0502020204030204" pitchFamily="34" charset="0"/>
              </a:rPr>
              <a:t>[[TITOLO]] – job [[JOB]] – [[DATA]]</a:t>
            </a:r>
            <a:endParaRPr lang="it-IT" dirty="0">
              <a:solidFill>
                <a:schemeClr val="bg1">
                  <a:lumMod val="75000"/>
                </a:schemeClr>
              </a:solidFill>
              <a:latin typeface="Avenir Next LT Pro Light" panose="020B03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to4">
            <a:extLst>
              <a:ext uri="{FF2B5EF4-FFF2-40B4-BE49-F238E27FC236}">
                <a16:creationId xmlns:a16="http://schemas.microsoft.com/office/drawing/2014/main" id="{E6982EE0-F7A9-5D53-4E4B-9A04126DB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60496" y="4293096"/>
            <a:ext cx="791492" cy="79057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4" name="Foto3">
            <a:extLst>
              <a:ext uri="{FF2B5EF4-FFF2-40B4-BE49-F238E27FC236}">
                <a16:creationId xmlns:a16="http://schemas.microsoft.com/office/drawing/2014/main" id="{D7ED7C52-4761-0E62-88D9-47DDE09D99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52184" y="4293096"/>
            <a:ext cx="791492" cy="79057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3" name="Foto2">
            <a:extLst>
              <a:ext uri="{FF2B5EF4-FFF2-40B4-BE49-F238E27FC236}">
                <a16:creationId xmlns:a16="http://schemas.microsoft.com/office/drawing/2014/main" id="{C75DF8DA-64B2-80F3-7BCB-16A706E8905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560496" y="2098944"/>
            <a:ext cx="791492" cy="79057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2" name="Foto1">
            <a:extLst>
              <a:ext uri="{FF2B5EF4-FFF2-40B4-BE49-F238E27FC236}">
                <a16:creationId xmlns:a16="http://schemas.microsoft.com/office/drawing/2014/main" id="{A806A64C-8100-2B75-BB64-E15DC198B1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52184" y="2098945"/>
            <a:ext cx="791492" cy="790575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873875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cheraHeader">
            <a:extLst>
              <a:ext uri="{FF2B5EF4-FFF2-40B4-BE49-F238E27FC236}">
                <a16:creationId xmlns:a16="http://schemas.microsoft.com/office/drawing/2014/main" id="{0CE55E66-25CA-CDEA-DEDF-3579DDC03FA8}"/>
              </a:ext>
            </a:extLst>
          </p:cNvPr>
          <p:cNvSpPr/>
          <p:nvPr userDrawn="1"/>
        </p:nvSpPr>
        <p:spPr>
          <a:xfrm>
            <a:off x="0" y="0"/>
            <a:ext cx="12181220" cy="93826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SfondoHeader">
            <a:extLst>
              <a:ext uri="{FF2B5EF4-FFF2-40B4-BE49-F238E27FC236}">
                <a16:creationId xmlns:a16="http://schemas.microsoft.com/office/drawing/2014/main" id="{84E2E17F-C802-0220-0AF6-870643BE3D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76"/>
          <a:stretch/>
        </p:blipFill>
        <p:spPr>
          <a:xfrm>
            <a:off x="0" y="0"/>
            <a:ext cx="12192000" cy="938262"/>
          </a:xfrm>
          <a:prstGeom prst="rect">
            <a:avLst/>
          </a:prstGeom>
        </p:spPr>
      </p:pic>
      <p:pic>
        <p:nvPicPr>
          <p:cNvPr id="4" name="Motto">
            <a:extLst>
              <a:ext uri="{FF2B5EF4-FFF2-40B4-BE49-F238E27FC236}">
                <a16:creationId xmlns:a16="http://schemas.microsoft.com/office/drawing/2014/main" id="{715F7BC9-5C8F-5228-C821-082A8AEBAB3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66954"/>
            <a:ext cx="943605" cy="777996"/>
          </a:xfrm>
          <a:prstGeom prst="rect">
            <a:avLst/>
          </a:prstGeom>
        </p:spPr>
      </p:pic>
      <p:pic>
        <p:nvPicPr>
          <p:cNvPr id="5" name="AdactaInternational" descr="Immagine che contiene testo&#10;&#10;Descrizione generata automaticamente">
            <a:extLst>
              <a:ext uri="{FF2B5EF4-FFF2-40B4-BE49-F238E27FC236}">
                <a16:creationId xmlns:a16="http://schemas.microsoft.com/office/drawing/2014/main" id="{7850D3EE-B5B0-828F-04B8-A44950AFE18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482" y="65963"/>
            <a:ext cx="1878338" cy="763007"/>
          </a:xfrm>
          <a:prstGeom prst="rect">
            <a:avLst/>
          </a:prstGeom>
        </p:spPr>
      </p:pic>
      <p:cxnSp>
        <p:nvCxnSpPr>
          <p:cNvPr id="6" name="Separatore">
            <a:extLst>
              <a:ext uri="{FF2B5EF4-FFF2-40B4-BE49-F238E27FC236}">
                <a16:creationId xmlns:a16="http://schemas.microsoft.com/office/drawing/2014/main" id="{0EA20714-1D06-91AC-255E-0846E5BD73FF}"/>
              </a:ext>
            </a:extLst>
          </p:cNvPr>
          <p:cNvCxnSpPr>
            <a:cxnSpLocks/>
          </p:cNvCxnSpPr>
          <p:nvPr userDrawn="1"/>
        </p:nvCxnSpPr>
        <p:spPr>
          <a:xfrm flipH="1">
            <a:off x="9527856" y="0"/>
            <a:ext cx="3549" cy="938262"/>
          </a:xfrm>
          <a:prstGeom prst="line">
            <a:avLst/>
          </a:prstGeom>
          <a:ln w="28575">
            <a:solidFill>
              <a:srgbClr val="EB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62" r:id="rId1"/>
    <p:sldLayoutId id="2147486661" r:id="rId2"/>
    <p:sldLayoutId id="2147486663" r:id="rId3"/>
  </p:sldLayoutIdLst>
  <p:transition>
    <p:wipe dir="r"/>
  </p:transition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it-IT" sz="3200">
          <a:solidFill>
            <a:schemeClr val="bg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  <a:ea typeface="ＭＳ Ｐゴシック" charset="0"/>
          <a:cs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bg1"/>
          </a:solidFill>
          <a:latin typeface="Arial" charset="0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defRPr sz="1867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67">
          <a:solidFill>
            <a:schemeClr val="tx1"/>
          </a:solidFill>
          <a:latin typeface="+mn-lt"/>
          <a:ea typeface="ＭＳ Ｐゴシック" charset="0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har char="•"/>
        <a:defRPr sz="1867">
          <a:solidFill>
            <a:schemeClr val="tx1"/>
          </a:solidFill>
          <a:latin typeface="+mn-lt"/>
          <a:ea typeface="ＭＳ Ｐゴシック" charset="0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har char="–"/>
        <a:defRPr sz="1867">
          <a:solidFill>
            <a:schemeClr val="tx1"/>
          </a:solidFill>
          <a:latin typeface="+mn-lt"/>
          <a:ea typeface="ＭＳ Ｐゴシック" charset="0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har char="»"/>
        <a:defRPr sz="1867">
          <a:solidFill>
            <a:schemeClr val="tx1"/>
          </a:solidFill>
          <a:latin typeface="+mn-lt"/>
          <a:ea typeface="ＭＳ Ｐゴシック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bg1"/>
          </a:solidFill>
          <a:latin typeface="+mn-lt"/>
        </a:defRPr>
      </a:lvl9pPr>
    </p:bodyStyle>
    <p:otherStyle>
      <a:defPPr>
        <a:defRPr lang="it-IT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">
            <a:extLst>
              <a:ext uri="{FF2B5EF4-FFF2-40B4-BE49-F238E27FC236}">
                <a16:creationId xmlns:a16="http://schemas.microsoft.com/office/drawing/2014/main" id="{0807E16A-DB94-9365-0F5E-0E270566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[[NOME_PROD]]</a:t>
            </a:r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1904B2C2-E40F-61E1-3FE7-87E2EAB40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buFontTx/>
              <a:buNone/>
            </a:pPr>
            <a:r>
              <a:rPr lang="it-IT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  <a:cs typeface="Calibri" panose="020F0502020204030204" pitchFamily="34" charset="0"/>
              </a:rPr>
              <a:t>[[TITOLO]] – job [[JOB]] – [[DATA]]</a:t>
            </a:r>
            <a:endParaRPr lang="it-IT" dirty="0">
              <a:solidFill>
                <a:schemeClr val="bg1">
                  <a:lumMod val="75000"/>
                </a:schemeClr>
              </a:solidFill>
              <a:latin typeface="Avenir Next LT Pro Light" panose="020B03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606DE25E-33C3-6F73-347E-EEE40FA1C95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" name="Foto">
            <a:extLst>
              <a:ext uri="{FF2B5EF4-FFF2-40B4-BE49-F238E27FC236}">
                <a16:creationId xmlns:a16="http://schemas.microsoft.com/office/drawing/2014/main" id="{9975343D-A0EF-7CAE-9B29-798B3DFAF2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7853807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86" name="Commento"/>
          <p:cNvSpPr txBox="1">
            <a:spLocks noChangeArrowheads="1"/>
          </p:cNvSpPr>
          <p:nvPr/>
        </p:nvSpPr>
        <p:spPr bwMode="auto">
          <a:xfrm>
            <a:off x="334434" y="1144568"/>
            <a:ext cx="11474449" cy="346249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wrap="square" lIns="48000" rIns="48000">
            <a:spAutoFit/>
          </a:bodyPr>
          <a:lstStyle/>
          <a:p>
            <a:pPr algn="just" defTabSz="1320767">
              <a:lnSpc>
                <a:spcPct val="110000"/>
              </a:lnSpc>
              <a:spcBef>
                <a:spcPct val="0"/>
              </a:spcBef>
              <a:buNone/>
            </a:pPr>
            <a:r>
              <a:rPr lang="it-IT" sz="1600" dirty="0">
                <a:solidFill>
                  <a:srgbClr val="000000"/>
                </a:solidFill>
                <a:latin typeface="Avenir Next LT Pro Light" panose="020B0304020202020204" pitchFamily="34" charset="0"/>
                <a:cs typeface="Arial" charset="0"/>
              </a:rPr>
              <a:t>[[COMMENTO]]</a:t>
            </a:r>
            <a:endParaRPr lang="it-IT" sz="1600" b="1" dirty="0">
              <a:solidFill>
                <a:srgbClr val="327CB4"/>
              </a:solidFill>
              <a:latin typeface="Avenir Next LT Pro Light" panose="020B0304020202020204" pitchFamily="34" charset="0"/>
            </a:endParaRPr>
          </a:p>
        </p:txBody>
      </p:sp>
      <p:sp>
        <p:nvSpPr>
          <p:cNvPr id="2" name="Titolo">
            <a:extLst>
              <a:ext uri="{FF2B5EF4-FFF2-40B4-BE49-F238E27FC236}">
                <a16:creationId xmlns:a16="http://schemas.microsoft.com/office/drawing/2014/main" id="{E6C513C8-D397-9D2B-002A-3DED905DC24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3000" b="1" dirty="0">
                <a:solidFill>
                  <a:srgbClr val="92D050"/>
                </a:solidFill>
                <a:latin typeface="Avenir Next LT Pro Light" panose="020B0304020202020204" pitchFamily="34" charset="0"/>
              </a:rPr>
              <a:t>Commento ai risultati - </a:t>
            </a:r>
            <a:r>
              <a:rPr lang="it-IT" sz="3000" b="1" dirty="0">
                <a:solidFill>
                  <a:srgbClr val="92D050"/>
                </a:solidFill>
                <a:effectLst/>
                <a:latin typeface="Avenir Next LT Pro Light" panose="020B0304020202020204" pitchFamily="34" charset="0"/>
              </a:rPr>
              <a:t>[[NOME_PROD]]</a:t>
            </a:r>
          </a:p>
        </p:txBody>
      </p:sp>
      <p:sp>
        <p:nvSpPr>
          <p:cNvPr id="4" name="Logo">
            <a:extLst>
              <a:ext uri="{FF2B5EF4-FFF2-40B4-BE49-F238E27FC236}">
                <a16:creationId xmlns:a16="http://schemas.microsoft.com/office/drawing/2014/main" id="{B20F9A11-5E29-BC2D-079A-12B7B540CD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5629EC4-A8A0-3F0F-E674-62A3ECC19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52" y="6474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buFontTx/>
              <a:buNone/>
            </a:pPr>
            <a:r>
              <a:rPr lang="it-IT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  <a:cs typeface="Calibri" panose="020F0502020204030204" pitchFamily="34" charset="0"/>
              </a:rPr>
              <a:t>[[TITOLO]] – job [[JOB]] – [[DATA]]</a:t>
            </a:r>
            <a:endParaRPr lang="it-IT" dirty="0">
              <a:solidFill>
                <a:schemeClr val="bg1">
                  <a:lumMod val="75000"/>
                </a:schemeClr>
              </a:solidFill>
              <a:latin typeface="Avenir Next LT Pro Light" panose="020B030402020202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cala1">
            <a:extLst>
              <a:ext uri="{FF2B5EF4-FFF2-40B4-BE49-F238E27FC236}">
                <a16:creationId xmlns:a16="http://schemas.microsoft.com/office/drawing/2014/main" id="{F04482F0-9690-7B52-0AD7-3052986D5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37" y="5711338"/>
            <a:ext cx="38005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l" defTabSz="121914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76227" algn="l"/>
              </a:tabLst>
              <a:defRPr/>
            </a:pPr>
            <a:r>
              <a:rPr kumimoji="0" lang="it-IT" sz="1200" b="1" i="0" u="none" strike="noStrike" kern="0" cap="none" spc="0" normalizeH="0" baseline="0" noProof="0" dirty="0">
                <a:ln>
                  <a:noFill/>
                </a:ln>
                <a:solidFill>
                  <a:srgbClr val="4996CD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Scala	</a:t>
            </a:r>
            <a:r>
              <a:rPr kumimoji="0" lang="it-IT" sz="12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1 = estremamente sgradevole/insoddisfatto</a:t>
            </a:r>
          </a:p>
          <a:p>
            <a:pPr marL="0" marR="0" lvl="0" indent="0" algn="l" defTabSz="121914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76227" algn="l"/>
              </a:tabLst>
              <a:defRPr/>
            </a:pPr>
            <a:r>
              <a:rPr kumimoji="0" lang="it-IT" sz="12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	9 = estremamente gradevole/soddisfatto</a:t>
            </a:r>
          </a:p>
        </p:txBody>
      </p:sp>
      <p:sp>
        <p:nvSpPr>
          <p:cNvPr id="11" name="Scala2">
            <a:extLst>
              <a:ext uri="{FF2B5EF4-FFF2-40B4-BE49-F238E27FC236}">
                <a16:creationId xmlns:a16="http://schemas.microsoft.com/office/drawing/2014/main" id="{1922067A-CD3C-0293-A7B5-E63E47AC7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000" y="5394909"/>
            <a:ext cx="2737944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lvl="0" algn="just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b="1" kern="0" dirty="0">
                <a:solidFill>
                  <a:srgbClr val="FFC209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Scala</a:t>
            </a:r>
            <a:r>
              <a:rPr lang="it-IT" sz="1100" b="1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	</a:t>
            </a:r>
          </a:p>
          <a:p>
            <a:pPr lvl="0" algn="just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1 = Certamente non lo </a:t>
            </a:r>
            <a:r>
              <a:rPr lang="it-IT" sz="1100" kern="0" dirty="0" err="1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riconsumerei</a:t>
            </a:r>
            <a:endParaRPr lang="it-IT" sz="1100" kern="0" dirty="0">
              <a:solidFill>
                <a:srgbClr val="333333"/>
              </a:solidFill>
              <a:latin typeface="Avenir Next LT Pro Light" panose="020B0304020202020204" pitchFamily="34" charset="0"/>
              <a:ea typeface="MS PGothic" pitchFamily="34" charset="-128"/>
              <a:cs typeface="Arial" charset="0"/>
            </a:endParaRPr>
          </a:p>
          <a:p>
            <a:pPr lvl="0" algn="just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2 = Probabilmente non lo </a:t>
            </a:r>
            <a:r>
              <a:rPr lang="it-IT" sz="1100" kern="0" dirty="0" err="1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riconsumerei</a:t>
            </a:r>
            <a:endParaRPr lang="it-IT" sz="1100" kern="0" dirty="0">
              <a:solidFill>
                <a:srgbClr val="333333"/>
              </a:solidFill>
              <a:latin typeface="Avenir Next LT Pro Light" panose="020B0304020202020204" pitchFamily="34" charset="0"/>
              <a:ea typeface="MS PGothic" pitchFamily="34" charset="-128"/>
              <a:cs typeface="Arial" charset="0"/>
            </a:endParaRPr>
          </a:p>
          <a:p>
            <a:pPr lvl="0" algn="just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3 = Non so se lo </a:t>
            </a:r>
            <a:r>
              <a:rPr lang="it-IT" sz="1100" kern="0" dirty="0" err="1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riconsumerei</a:t>
            </a:r>
            <a:endParaRPr lang="it-IT" sz="1100" kern="0" dirty="0">
              <a:solidFill>
                <a:srgbClr val="333333"/>
              </a:solidFill>
              <a:latin typeface="Avenir Next LT Pro Light" panose="020B0304020202020204" pitchFamily="34" charset="0"/>
              <a:ea typeface="MS PGothic" pitchFamily="34" charset="-128"/>
              <a:cs typeface="Arial" charset="0"/>
            </a:endParaRPr>
          </a:p>
          <a:p>
            <a:pPr lvl="0" algn="just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4 = Probabilmente lo </a:t>
            </a:r>
            <a:r>
              <a:rPr lang="it-IT" sz="1100" kern="0" dirty="0" err="1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riconsumerei</a:t>
            </a:r>
            <a:endParaRPr lang="it-IT" sz="1100" kern="0" dirty="0">
              <a:solidFill>
                <a:srgbClr val="333333"/>
              </a:solidFill>
              <a:latin typeface="Avenir Next LT Pro Light" panose="020B0304020202020204" pitchFamily="34" charset="0"/>
              <a:ea typeface="MS PGothic" pitchFamily="34" charset="-128"/>
              <a:cs typeface="Arial" charset="0"/>
            </a:endParaRPr>
          </a:p>
          <a:p>
            <a:pPr lvl="0" algn="just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5 = Certamente lo </a:t>
            </a:r>
            <a:r>
              <a:rPr lang="it-IT" sz="1100" kern="0" dirty="0" err="1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riconsumerei</a:t>
            </a:r>
            <a:endParaRPr lang="it-IT" sz="1100" kern="0" dirty="0">
              <a:solidFill>
                <a:srgbClr val="333333"/>
              </a:solidFill>
              <a:latin typeface="Avenir Next LT Pro Light" panose="020B0304020202020204" pitchFamily="34" charset="0"/>
              <a:ea typeface="MS PGothic" pitchFamily="34" charset="-128"/>
              <a:cs typeface="Arial" charset="0"/>
            </a:endParaRPr>
          </a:p>
        </p:txBody>
      </p:sp>
      <p:sp>
        <p:nvSpPr>
          <p:cNvPr id="12" name="BaseUser">
            <a:extLst>
              <a:ext uri="{FF2B5EF4-FFF2-40B4-BE49-F238E27FC236}">
                <a16:creationId xmlns:a16="http://schemas.microsoft.com/office/drawing/2014/main" id="{5E0E06C2-CB33-6BD4-C1FF-7E7E96F1DBC5}"/>
              </a:ext>
            </a:extLst>
          </p:cNvPr>
          <p:cNvSpPr/>
          <p:nvPr/>
        </p:nvSpPr>
        <p:spPr>
          <a:xfrm>
            <a:off x="8807711" y="6450285"/>
            <a:ext cx="17043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121914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User = [[BASE</a:t>
            </a:r>
            <a:r>
              <a:rPr lang="it-IT" sz="1200" b="1" kern="0" dirty="0">
                <a:solidFill>
                  <a:srgbClr val="C00000"/>
                </a:solidFill>
                <a:latin typeface="Avenir Next LT Pro Light" panose="020B0304020202020204" pitchFamily="34" charset="0"/>
                <a:ea typeface="MS PGothic" pitchFamily="34" charset="-128"/>
              </a:rPr>
              <a:t>_</a:t>
            </a:r>
            <a:r>
              <a:rPr kumimoji="0" lang="it-IT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USER]]</a:t>
            </a:r>
          </a:p>
        </p:txBody>
      </p:sp>
      <p:sp>
        <p:nvSpPr>
          <p:cNvPr id="15" name="Scala3">
            <a:extLst>
              <a:ext uri="{FF2B5EF4-FFF2-40B4-BE49-F238E27FC236}">
                <a16:creationId xmlns:a16="http://schemas.microsoft.com/office/drawing/2014/main" id="{FCC63DC7-4A4F-7B17-F70B-4CF70AF1D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9239" y="5394909"/>
            <a:ext cx="2399329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lvl="0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b="1" kern="0" dirty="0">
                <a:solidFill>
                  <a:srgbClr val="D22B40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Scala</a:t>
            </a:r>
            <a:r>
              <a:rPr lang="it-IT" sz="1100" b="1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 </a:t>
            </a:r>
          </a:p>
          <a:p>
            <a:pPr lvl="0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1 = Decisamente peggiore</a:t>
            </a:r>
          </a:p>
          <a:p>
            <a:pPr lvl="0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2 = leggermente peggiore</a:t>
            </a:r>
          </a:p>
          <a:p>
            <a:pPr lvl="0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3 = Pressappoco uguale</a:t>
            </a:r>
          </a:p>
          <a:p>
            <a:pPr lvl="0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4 = leggermente migliore</a:t>
            </a:r>
          </a:p>
          <a:p>
            <a:pPr lvl="0" defTabSz="1219140" eaLnBrk="0" fontAlgn="auto" hangingPunct="0">
              <a:spcBef>
                <a:spcPts val="0"/>
              </a:spcBef>
              <a:spcAft>
                <a:spcPts val="0"/>
              </a:spcAft>
              <a:buNone/>
              <a:tabLst>
                <a:tab pos="476227" algn="l"/>
              </a:tabLst>
              <a:defRPr/>
            </a:pPr>
            <a:r>
              <a:rPr lang="it-IT" sz="1100" kern="0" dirty="0">
                <a:solidFill>
                  <a:srgbClr val="333333"/>
                </a:solidFill>
                <a:latin typeface="Avenir Next LT Pro Light" panose="020B0304020202020204" pitchFamily="34" charset="0"/>
                <a:ea typeface="MS PGothic" pitchFamily="34" charset="-128"/>
                <a:cs typeface="Arial" charset="0"/>
              </a:rPr>
              <a:t>5 = Decisamente migliore</a:t>
            </a:r>
          </a:p>
        </p:txBody>
      </p:sp>
      <p:sp>
        <p:nvSpPr>
          <p:cNvPr id="20" name="BaseCampione">
            <a:extLst>
              <a:ext uri="{FF2B5EF4-FFF2-40B4-BE49-F238E27FC236}">
                <a16:creationId xmlns:a16="http://schemas.microsoft.com/office/drawing/2014/main" id="{FF197AAF-5B5F-C559-3A45-EC6B93BE2DFA}"/>
              </a:ext>
            </a:extLst>
          </p:cNvPr>
          <p:cNvSpPr txBox="1"/>
          <p:nvPr/>
        </p:nvSpPr>
        <p:spPr>
          <a:xfrm>
            <a:off x="754547" y="6173003"/>
            <a:ext cx="28923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4996CD"/>
                </a:solidFill>
                <a:effectLst/>
                <a:uLnTx/>
                <a:uFillTx/>
                <a:latin typeface="Avenir Next LT Pro Light" panose="020B0304020202020204" pitchFamily="34" charset="0"/>
              </a:rPr>
              <a:t>Base campione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 Light" panose="020B0304020202020204" pitchFamily="34" charset="0"/>
              </a:rPr>
              <a:t>= [[BASE_CAMPIONE]]</a:t>
            </a:r>
          </a:p>
        </p:txBody>
      </p:sp>
      <p:sp>
        <p:nvSpPr>
          <p:cNvPr id="8" name="Titolo">
            <a:extLst>
              <a:ext uri="{FF2B5EF4-FFF2-40B4-BE49-F238E27FC236}">
                <a16:creationId xmlns:a16="http://schemas.microsoft.com/office/drawing/2014/main" id="{6D8A68D6-4EF9-6480-5EA0-617CF8EA11A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sz="3000" b="1" dirty="0">
                <a:solidFill>
                  <a:srgbClr val="0070C0"/>
                </a:solidFill>
                <a:latin typeface="Avenir Next LT Pro Light" panose="020B0304020202020204" pitchFamily="34" charset="0"/>
              </a:rPr>
              <a:t>Risultati - [[NOME_PROD]]</a:t>
            </a:r>
            <a:endParaRPr lang="it-IT" dirty="0"/>
          </a:p>
        </p:txBody>
      </p:sp>
      <p:sp>
        <p:nvSpPr>
          <p:cNvPr id="4" name="Logo">
            <a:extLst>
              <a:ext uri="{FF2B5EF4-FFF2-40B4-BE49-F238E27FC236}">
                <a16:creationId xmlns:a16="http://schemas.microsoft.com/office/drawing/2014/main" id="{4437AC74-4E02-C392-E400-504E478328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ottotitolo">
            <a:extLst>
              <a:ext uri="{FF2B5EF4-FFF2-40B4-BE49-F238E27FC236}">
                <a16:creationId xmlns:a16="http://schemas.microsoft.com/office/drawing/2014/main" id="{DC894F7D-ABB6-0096-48E8-FA956E5D489A}"/>
              </a:ext>
            </a:extLst>
          </p:cNvPr>
          <p:cNvSpPr txBox="1">
            <a:spLocks/>
          </p:cNvSpPr>
          <p:nvPr/>
        </p:nvSpPr>
        <p:spPr>
          <a:xfrm>
            <a:off x="3399385" y="1016732"/>
            <a:ext cx="5393229" cy="381600"/>
          </a:xfrm>
          <a:prstGeom prst="rect">
            <a:avLst/>
          </a:prstGeom>
          <a:ln w="38100">
            <a:solidFill>
              <a:schemeClr val="lt1"/>
            </a:solidFill>
          </a:ln>
          <a:effectLst/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it-IT" sz="3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733" b="1">
                <a:solidFill>
                  <a:schemeClr val="bg1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733" b="1">
                <a:solidFill>
                  <a:schemeClr val="bg1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733" b="1">
                <a:solidFill>
                  <a:schemeClr val="bg1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733" b="1">
                <a:solidFill>
                  <a:schemeClr val="bg1"/>
                </a:solidFill>
                <a:latin typeface="Arial" charset="0"/>
              </a:defRPr>
            </a:lvl9pPr>
          </a:lstStyle>
          <a:p>
            <a:pPr algn="ctr">
              <a:buNone/>
            </a:pPr>
            <a:r>
              <a:rPr lang="it-IT" sz="1870" b="1" kern="0" dirty="0">
                <a:solidFill>
                  <a:srgbClr val="4996EA"/>
                </a:solidFill>
                <a:latin typeface="Avenir Next LT Pro Light" panose="020B0304020202020204" pitchFamily="34" charset="0"/>
              </a:rPr>
              <a:t>Tavole sinottiche indici di performance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5F68B73B-8C65-8BDA-4470-4746B8F73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52" y="6474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buFontTx/>
              <a:buNone/>
            </a:pPr>
            <a:r>
              <a:rPr lang="it-IT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  <a:cs typeface="Calibri" panose="020F0502020204030204" pitchFamily="34" charset="0"/>
              </a:rPr>
              <a:t>[[TITOLO]] – job [[JOB]] – [[DATA]]</a:t>
            </a:r>
            <a:endParaRPr lang="it-IT" dirty="0">
              <a:solidFill>
                <a:schemeClr val="bg1">
                  <a:lumMod val="75000"/>
                </a:schemeClr>
              </a:solidFill>
              <a:latin typeface="Avenir Next LT Pro Light" panose="020B03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10249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seCampione">
            <a:extLst>
              <a:ext uri="{FF2B5EF4-FFF2-40B4-BE49-F238E27FC236}">
                <a16:creationId xmlns:a16="http://schemas.microsoft.com/office/drawing/2014/main" id="{F36CB77D-165B-438C-8936-01011ADC7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7" y="5890934"/>
            <a:ext cx="528058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buFontTx/>
              <a:buNone/>
            </a:pPr>
            <a:r>
              <a:rPr lang="it-IT" sz="1200" dirty="0">
                <a:solidFill>
                  <a:schemeClr val="tx1"/>
                </a:solidFill>
                <a:latin typeface="Avenir Next LT Pro Light" panose="020B0304020202020204" pitchFamily="34" charset="0"/>
              </a:rPr>
              <a:t>In</a:t>
            </a:r>
            <a:r>
              <a:rPr lang="it-IT" sz="1200" dirty="0">
                <a:solidFill>
                  <a:srgbClr val="4996CD"/>
                </a:solidFill>
                <a:latin typeface="Avenir Next LT Pro Light" panose="020B0304020202020204" pitchFamily="34" charset="0"/>
              </a:rPr>
              <a:t> </a:t>
            </a:r>
            <a:r>
              <a:rPr lang="it-IT" sz="1200" b="1" dirty="0">
                <a:solidFill>
                  <a:srgbClr val="EF7F00"/>
                </a:solidFill>
                <a:latin typeface="Avenir Next LT Pro Light" panose="020B0304020202020204" pitchFamily="34" charset="0"/>
              </a:rPr>
              <a:t>arancione</a:t>
            </a:r>
            <a:r>
              <a:rPr lang="it-IT" sz="1200" b="1" dirty="0">
                <a:solidFill>
                  <a:srgbClr val="4996CD"/>
                </a:solidFill>
                <a:latin typeface="Avenir Next LT Pro Light" panose="020B0304020202020204" pitchFamily="34" charset="0"/>
              </a:rPr>
              <a:t> </a:t>
            </a:r>
            <a:r>
              <a:rPr lang="it-IT" sz="1200" dirty="0">
                <a:solidFill>
                  <a:schemeClr val="tx1"/>
                </a:solidFill>
                <a:latin typeface="Avenir Next LT Pro Light" panose="020B0304020202020204" pitchFamily="34" charset="0"/>
              </a:rPr>
              <a:t>sono evidenziate le inadeguatezze importanti o gravi                  Valori percentuali</a:t>
            </a:r>
          </a:p>
          <a:p>
            <a:pPr eaLnBrk="0" hangingPunct="0">
              <a:spcBef>
                <a:spcPts val="0"/>
              </a:spcBef>
              <a:buNone/>
            </a:pPr>
            <a:r>
              <a:rPr lang="it-IT" sz="1200" b="1" dirty="0">
                <a:solidFill>
                  <a:srgbClr val="4996CD"/>
                </a:solidFill>
                <a:latin typeface="Avenir Next LT Pro Light" panose="020B0304020202020204" pitchFamily="34" charset="0"/>
              </a:rPr>
              <a:t>Base campione </a:t>
            </a:r>
            <a:r>
              <a:rPr lang="it-IT" sz="1200" dirty="0">
                <a:solidFill>
                  <a:schemeClr val="tx1"/>
                </a:solidFill>
                <a:latin typeface="Avenir Next LT Pro Light" panose="020B0304020202020204" pitchFamily="34" charset="0"/>
              </a:rPr>
              <a:t>= [[BASE_CAMPIONE]]</a:t>
            </a:r>
          </a:p>
        </p:txBody>
      </p:sp>
      <p:sp>
        <p:nvSpPr>
          <p:cNvPr id="12" name="Scala">
            <a:extLst>
              <a:ext uri="{FF2B5EF4-FFF2-40B4-BE49-F238E27FC236}">
                <a16:creationId xmlns:a16="http://schemas.microsoft.com/office/drawing/2014/main" id="{4436FA7C-F824-406A-8609-CE53921D8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747" y="5935298"/>
            <a:ext cx="294862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buFontTx/>
              <a:buNone/>
            </a:pPr>
            <a:r>
              <a:rPr lang="it-IT" sz="1200" b="1" dirty="0">
                <a:solidFill>
                  <a:srgbClr val="4996CD"/>
                </a:solidFill>
                <a:latin typeface="Avenir Next LT Pro Light" panose="020B0304020202020204" pitchFamily="34" charset="0"/>
              </a:rPr>
              <a:t>Troppo poco </a:t>
            </a:r>
            <a:r>
              <a:rPr lang="it-IT" sz="1200" dirty="0">
                <a:solidFill>
                  <a:schemeClr val="tx1"/>
                </a:solidFill>
                <a:latin typeface="Avenir Next LT Pro Light" panose="020B0304020202020204" pitchFamily="34" charset="0"/>
              </a:rPr>
              <a:t>= punteggi 1-2 della scala                 </a:t>
            </a:r>
            <a:r>
              <a:rPr lang="it-IT" sz="1200" b="1" dirty="0">
                <a:solidFill>
                  <a:srgbClr val="4996CD"/>
                </a:solidFill>
                <a:latin typeface="Avenir Next LT Pro Light" panose="020B0304020202020204" pitchFamily="34" charset="0"/>
              </a:rPr>
              <a:t>Giusto </a:t>
            </a:r>
            <a:r>
              <a:rPr lang="it-IT" sz="1200" dirty="0">
                <a:solidFill>
                  <a:schemeClr val="tx1"/>
                </a:solidFill>
                <a:latin typeface="Avenir Next LT Pro Light" panose="020B0304020202020204" pitchFamily="34" charset="0"/>
              </a:rPr>
              <a:t>= punteggio 3                                           </a:t>
            </a:r>
            <a:r>
              <a:rPr lang="it-IT" sz="1200" b="1" dirty="0">
                <a:solidFill>
                  <a:srgbClr val="4996CD"/>
                </a:solidFill>
                <a:latin typeface="Avenir Next LT Pro Light" panose="020B0304020202020204" pitchFamily="34" charset="0"/>
              </a:rPr>
              <a:t>Troppo </a:t>
            </a:r>
            <a:r>
              <a:rPr lang="it-IT" sz="1200" dirty="0">
                <a:solidFill>
                  <a:schemeClr val="tx1"/>
                </a:solidFill>
                <a:latin typeface="Avenir Next LT Pro Light" panose="020B0304020202020204" pitchFamily="34" charset="0"/>
              </a:rPr>
              <a:t>= punteggi 4-5 della scala</a:t>
            </a:r>
          </a:p>
        </p:txBody>
      </p:sp>
      <p:sp>
        <p:nvSpPr>
          <p:cNvPr id="4" name="Sottotitolo2">
            <a:extLst>
              <a:ext uri="{FF2B5EF4-FFF2-40B4-BE49-F238E27FC236}">
                <a16:creationId xmlns:a16="http://schemas.microsoft.com/office/drawing/2014/main" id="{4FDD14E8-99CF-EECC-7F21-B3A8A0CD1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6060" y="1008000"/>
            <a:ext cx="5392800" cy="369332"/>
          </a:xfrm>
          <a:prstGeom prst="rect">
            <a:avLst/>
          </a:prstGeom>
          <a:noFill/>
          <a:ln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0" cap="none" spc="0" normalizeH="0" baseline="0" noProof="0" dirty="0">
                <a:ln>
                  <a:noFill/>
                </a:ln>
                <a:solidFill>
                  <a:srgbClr val="4996EA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Aspetti negativi spontanei – </a:t>
            </a:r>
            <a:r>
              <a:rPr kumimoji="0" lang="it-IT" b="1" i="0" u="none" strike="noStrike" kern="0" cap="none" spc="0" normalizeH="0" baseline="0" noProof="0" dirty="0" err="1">
                <a:ln>
                  <a:noFill/>
                </a:ln>
                <a:solidFill>
                  <a:srgbClr val="4996EA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Dislike</a:t>
            </a:r>
            <a:endParaRPr kumimoji="0" lang="it-IT" b="1" i="0" u="none" strike="noStrike" kern="1200" cap="none" spc="0" normalizeH="0" baseline="0" noProof="0" dirty="0">
              <a:ln>
                <a:noFill/>
              </a:ln>
              <a:solidFill>
                <a:srgbClr val="4996EA"/>
              </a:solidFill>
              <a:effectLst/>
              <a:uLnTx/>
              <a:uFillTx/>
              <a:latin typeface="Avenir Next LT Pro Light" panose="020B0304020202020204" pitchFamily="34" charset="0"/>
            </a:endParaRPr>
          </a:p>
        </p:txBody>
      </p:sp>
      <p:sp>
        <p:nvSpPr>
          <p:cNvPr id="5" name="Sottotitolo1">
            <a:extLst>
              <a:ext uri="{FF2B5EF4-FFF2-40B4-BE49-F238E27FC236}">
                <a16:creationId xmlns:a16="http://schemas.microsoft.com/office/drawing/2014/main" id="{8B6F6477-1A75-F08B-8982-C09C2425D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22" y="1008000"/>
            <a:ext cx="6005778" cy="379656"/>
          </a:xfrm>
          <a:prstGeom prst="rect">
            <a:avLst/>
          </a:prstGeom>
          <a:noFill/>
          <a:ln>
            <a:headEnd/>
            <a:tailEnd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67" b="1" i="0" u="none" strike="noStrike" kern="0" cap="none" spc="0" normalizeH="0" baseline="0" noProof="0" dirty="0">
                <a:ln>
                  <a:noFill/>
                </a:ln>
                <a:solidFill>
                  <a:srgbClr val="4996EA"/>
                </a:solidFill>
                <a:effectLst/>
                <a:uLnTx/>
                <a:uFillTx/>
                <a:latin typeface="Avenir Next LT Pro Light" panose="020B0304020202020204" pitchFamily="34" charset="0"/>
                <a:ea typeface="MS PGothic" pitchFamily="34" charset="-128"/>
              </a:rPr>
              <a:t>I </a:t>
            </a:r>
            <a:r>
              <a:rPr kumimoji="0" lang="it-IT" sz="1867" b="1" i="0" u="none" strike="noStrike" kern="1200" cap="none" spc="0" normalizeH="0" baseline="0" noProof="0" dirty="0">
                <a:ln>
                  <a:noFill/>
                </a:ln>
                <a:solidFill>
                  <a:srgbClr val="4996EA"/>
                </a:solidFill>
                <a:effectLst/>
                <a:uLnTx/>
                <a:uFillTx/>
                <a:latin typeface="Avenir Next LT Pro Light" panose="020B0304020202020204" pitchFamily="34" charset="0"/>
              </a:rPr>
              <a:t>giudizi di adeguatezza: frequenze percentuali</a:t>
            </a:r>
          </a:p>
        </p:txBody>
      </p:sp>
      <p:sp>
        <p:nvSpPr>
          <p:cNvPr id="6" name="Titolo">
            <a:extLst>
              <a:ext uri="{FF2B5EF4-FFF2-40B4-BE49-F238E27FC236}">
                <a16:creationId xmlns:a16="http://schemas.microsoft.com/office/drawing/2014/main" id="{AAE80224-E421-DECF-32B2-ECD44F84469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sz="3000" b="1" dirty="0">
                <a:solidFill>
                  <a:srgbClr val="0070C0"/>
                </a:solidFill>
                <a:latin typeface="Avenir Next LT Pro Light" panose="020B0304020202020204" pitchFamily="34" charset="0"/>
              </a:rPr>
              <a:t>I giudizi di adeguatezza - [[NOME_PROD]]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95488006-41B0-E8F9-F82D-EF29476A3E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2717A511-893A-D91B-9676-D900E0F7A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52" y="6474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buFontTx/>
              <a:buNone/>
            </a:pPr>
            <a:r>
              <a:rPr lang="it-IT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  <a:cs typeface="Calibri" panose="020F0502020204030204" pitchFamily="34" charset="0"/>
              </a:rPr>
              <a:t>[[TITOLO]] – job [[JOB]] – [[DATA]]</a:t>
            </a:r>
            <a:endParaRPr lang="it-IT" dirty="0">
              <a:solidFill>
                <a:schemeClr val="bg1">
                  <a:lumMod val="75000"/>
                </a:schemeClr>
              </a:solidFill>
              <a:latin typeface="Avenir Next LT Pro Light" panose="020B030402020202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>
            <a:extLst>
              <a:ext uri="{FF2B5EF4-FFF2-40B4-BE49-F238E27FC236}">
                <a16:creationId xmlns:a16="http://schemas.microsoft.com/office/drawing/2014/main" id="{07242849-8178-DF25-7A32-B3EC5A95E5C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it-IT" sz="3000" dirty="0">
                <a:latin typeface="Avenir Next LT Pro Light" panose="020B0304020202020204" pitchFamily="34" charset="0"/>
              </a:rPr>
              <a:t>Scheda prodotto - [[NOME_PROD]]</a:t>
            </a:r>
          </a:p>
        </p:txBody>
      </p:sp>
      <p:graphicFrame>
        <p:nvGraphicFramePr>
          <p:cNvPr id="7" name="SchedaProdotto">
            <a:extLst>
              <a:ext uri="{FF2B5EF4-FFF2-40B4-BE49-F238E27FC236}">
                <a16:creationId xmlns:a16="http://schemas.microsoft.com/office/drawing/2014/main" id="{F64D38B0-B93A-8BDA-60D7-BB626B430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309787"/>
              </p:ext>
            </p:extLst>
          </p:nvPr>
        </p:nvGraphicFramePr>
        <p:xfrm>
          <a:off x="360632" y="1344703"/>
          <a:ext cx="6095695" cy="270377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1565253100"/>
                    </a:ext>
                  </a:extLst>
                </a:gridCol>
                <a:gridCol w="3755695">
                  <a:extLst>
                    <a:ext uri="{9D8B030D-6E8A-4147-A177-3AD203B41FA5}">
                      <a16:colId xmlns:a16="http://schemas.microsoft.com/office/drawing/2014/main" val="2978931898"/>
                    </a:ext>
                  </a:extLst>
                </a:gridCol>
              </a:tblGrid>
              <a:tr h="478735">
                <a:tc gridSpan="2">
                  <a:txBody>
                    <a:bodyPr/>
                    <a:lstStyle/>
                    <a:p>
                      <a:pPr marL="0" algn="r" defTabSz="1219170" rtl="0" eaLnBrk="1" latinLnBrk="0" hangingPunct="1"/>
                      <a:r>
                        <a:rPr lang="it-IT" sz="1800" b="1" u="none" kern="1200" dirty="0">
                          <a:solidFill>
                            <a:srgbClr val="000000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[[NOME_MARCA_PROD]]</a:t>
                      </a:r>
                    </a:p>
                  </a:txBody>
                  <a:tcPr>
                    <a:lnB w="57150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500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1219170" rtl="0" eaLnBrk="1" latinLnBrk="0" hangingPunct="1"/>
                      <a:r>
                        <a:rPr lang="it-IT" sz="1300" b="1" kern="1200" dirty="0">
                          <a:solidFill>
                            <a:srgbClr val="FFFFFF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Formato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2D8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it-IT" sz="1300" b="0" kern="1200" dirty="0">
                          <a:solidFill>
                            <a:schemeClr val="tx1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 [[FORMATO]]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005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300" b="1" kern="1200" dirty="0">
                          <a:solidFill>
                            <a:srgbClr val="FFFFFF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Ingredienti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2D8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it-IT" sz="1300" b="0" kern="1200" dirty="0">
                          <a:solidFill>
                            <a:schemeClr val="tx1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 [[INGREDIENTI]]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2465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1219170" rtl="0" eaLnBrk="1" latinLnBrk="0" hangingPunct="1"/>
                      <a:r>
                        <a:rPr lang="it-IT" sz="1300" b="1" kern="1200" dirty="0">
                          <a:solidFill>
                            <a:srgbClr val="FFFFFF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Lotto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2D8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it-IT" sz="1300" b="0" kern="1200" dirty="0">
                          <a:solidFill>
                            <a:schemeClr val="tx1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 [[LOTTO]]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595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1219170" rtl="0" eaLnBrk="1" latinLnBrk="0" hangingPunct="1"/>
                      <a:r>
                        <a:rPr lang="it-IT" sz="1300" b="1" kern="1200" dirty="0">
                          <a:solidFill>
                            <a:srgbClr val="FFFFFF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Data di scadenza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2D8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it-IT" sz="1300" b="0" kern="1200" dirty="0">
                          <a:solidFill>
                            <a:schemeClr val="tx1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 [[DATA_SCADENZA]]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5291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1219170" rtl="0" eaLnBrk="1" latinLnBrk="0" hangingPunct="1"/>
                      <a:r>
                        <a:rPr lang="it-IT" sz="1300" b="1" kern="1200" dirty="0">
                          <a:solidFill>
                            <a:srgbClr val="FFFFFF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Stabilimento di produzione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2D8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it-IT" sz="1300" b="0" kern="1200" dirty="0">
                          <a:solidFill>
                            <a:schemeClr val="tx1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 [[STABILIMENTO_PRODUZIONE]]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089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r" defTabSz="1219170" rtl="0" eaLnBrk="1" latinLnBrk="0" hangingPunct="1"/>
                      <a:r>
                        <a:rPr lang="it-IT" sz="1300" b="1" kern="1200" dirty="0">
                          <a:solidFill>
                            <a:srgbClr val="FFFFFF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Codice EAN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2D8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it-IT" sz="1300" b="0" kern="1200" dirty="0">
                          <a:solidFill>
                            <a:schemeClr val="tx1"/>
                          </a:solidFill>
                          <a:latin typeface="Avenir Next LT Pro Light" panose="020B0304020202020204" pitchFamily="34" charset="0"/>
                          <a:ea typeface="+mn-ea"/>
                          <a:cs typeface="+mn-cs"/>
                        </a:rPr>
                        <a:t> [[EAN]]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D2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2023149"/>
                  </a:ext>
                </a:extLst>
              </a:tr>
            </a:tbl>
          </a:graphicData>
        </a:graphic>
      </p:graphicFrame>
      <p:sp>
        <p:nvSpPr>
          <p:cNvPr id="3" name="Footer">
            <a:extLst>
              <a:ext uri="{FF2B5EF4-FFF2-40B4-BE49-F238E27FC236}">
                <a16:creationId xmlns:a16="http://schemas.microsoft.com/office/drawing/2014/main" id="{425D3446-6E0F-40C1-3096-CD3F1D6CC0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52" y="64743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>
              <a:buFontTx/>
              <a:buNone/>
            </a:pPr>
            <a:r>
              <a:rPr lang="it-IT">
                <a:solidFill>
                  <a:schemeClr val="bg1">
                    <a:lumMod val="75000"/>
                  </a:schemeClr>
                </a:solidFill>
                <a:latin typeface="Avenir Next LT Pro Light" panose="020B0304020202020204" pitchFamily="34" charset="0"/>
                <a:cs typeface="Calibri" panose="020F0502020204030204" pitchFamily="34" charset="0"/>
              </a:rPr>
              <a:t>[[TITOLO]] – job [[JOB]] – [[DATA]]</a:t>
            </a:r>
            <a:endParaRPr lang="it-IT" dirty="0">
              <a:solidFill>
                <a:schemeClr val="bg1">
                  <a:lumMod val="75000"/>
                </a:schemeClr>
              </a:solidFill>
              <a:latin typeface="Avenir Next LT Pro Light" panose="020B03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oto4">
            <a:extLst>
              <a:ext uri="{FF2B5EF4-FFF2-40B4-BE49-F238E27FC236}">
                <a16:creationId xmlns:a16="http://schemas.microsoft.com/office/drawing/2014/main" id="{91B5BBE4-75C4-E5D7-DC0A-C960D3C2DB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9" name="Foto3">
            <a:extLst>
              <a:ext uri="{FF2B5EF4-FFF2-40B4-BE49-F238E27FC236}">
                <a16:creationId xmlns:a16="http://schemas.microsoft.com/office/drawing/2014/main" id="{B840DEFE-B523-BD54-ED62-3FDD201F07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8" name="Foto2">
            <a:extLst>
              <a:ext uri="{FF2B5EF4-FFF2-40B4-BE49-F238E27FC236}">
                <a16:creationId xmlns:a16="http://schemas.microsoft.com/office/drawing/2014/main" id="{214D4331-42F1-C209-2E36-3099A06D72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7" name="Foto1">
            <a:extLst>
              <a:ext uri="{FF2B5EF4-FFF2-40B4-BE49-F238E27FC236}">
                <a16:creationId xmlns:a16="http://schemas.microsoft.com/office/drawing/2014/main" id="{490CBC86-8010-C7FA-CDD6-797DAC9A9F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7614401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Adacta">
  <a:themeElements>
    <a:clrScheme name="Aranci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dac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ranci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anci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anci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odello.potx" id="{6F032B07-9BBC-4A2B-AEAD-5A23ECE90F7E}" vid="{FA3DE804-8194-430A-A6A1-560A94004891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29706B1986D9C49B55715BA5460D15C" ma:contentTypeVersion="15" ma:contentTypeDescription="Creare un nuovo documento." ma:contentTypeScope="" ma:versionID="4abe869ea92bab54f9b0c5e05f79b7d4">
  <xsd:schema xmlns:xsd="http://www.w3.org/2001/XMLSchema" xmlns:xs="http://www.w3.org/2001/XMLSchema" xmlns:p="http://schemas.microsoft.com/office/2006/metadata/properties" xmlns:ns2="d0b8d161-e1bd-4140-9dd1-35f86cd62a1f" xmlns:ns3="1c465026-c5b6-41c0-951e-0d05e846c7b3" targetNamespace="http://schemas.microsoft.com/office/2006/metadata/properties" ma:root="true" ma:fieldsID="2d48fbf2c79c253fcaf27023e7bd32a9" ns2:_="" ns3:_="">
    <xsd:import namespace="d0b8d161-e1bd-4140-9dd1-35f86cd62a1f"/>
    <xsd:import namespace="1c465026-c5b6-41c0-951e-0d05e846c7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8d161-e1bd-4140-9dd1-35f86cd62a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4211ce01-a6df-46fa-a95c-e98ab01b38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465026-c5b6-41c0-951e-0d05e846c7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Colonna per tutti i valori di tassonomia" ma:hidden="true" ma:list="{aeb454e0-49b2-4060-8322-ac37985b1396}" ma:internalName="TaxCatchAll" ma:showField="CatchAllData" ma:web="1c465026-c5b6-41c0-951e-0d05e846c7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465026-c5b6-41c0-951e-0d05e846c7b3" xsi:nil="true"/>
    <lcf76f155ced4ddcb4097134ff3c332f xmlns="d0b8d161-e1bd-4140-9dd1-35f86cd62a1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E7E68D-2001-42C2-A346-F5CB6F3F68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b8d161-e1bd-4140-9dd1-35f86cd62a1f"/>
    <ds:schemaRef ds:uri="1c465026-c5b6-41c0-951e-0d05e846c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A2B651-AF7A-4EB3-88D7-12E165EF5397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5c1d7c04-286e-4480-b338-fcf80334529f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144d6b11-6c87-4470-bd25-c44c6f45bddb"/>
    <ds:schemaRef ds:uri="http://www.w3.org/XML/1998/namespace"/>
    <ds:schemaRef ds:uri="http://purl.org/dc/terms/"/>
    <ds:schemaRef ds:uri="1c465026-c5b6-41c0-951e-0d05e846c7b3"/>
    <ds:schemaRef ds:uri="d0b8d161-e1bd-4140-9dd1-35f86cd62a1f"/>
  </ds:schemaRefs>
</ds:datastoreItem>
</file>

<file path=customXml/itemProps3.xml><?xml version="1.0" encoding="utf-8"?>
<ds:datastoreItem xmlns:ds="http://schemas.openxmlformats.org/officeDocument/2006/customXml" ds:itemID="{8E7D2CE7-6EA0-4308-B214-76ABACC64B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modello - Copia</Template>
  <TotalTime>382</TotalTime>
  <Words>284</Words>
  <Application>Microsoft Office PowerPoint</Application>
  <PresentationFormat>Widescreen</PresentationFormat>
  <Paragraphs>47</Paragraphs>
  <Slides>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8" baseType="lpstr">
      <vt:lpstr>Arial</vt:lpstr>
      <vt:lpstr>Avenir Next LT Pro Light</vt:lpstr>
      <vt:lpstr>Adacta</vt:lpstr>
      <vt:lpstr>[[NOME_PROD]]</vt:lpstr>
      <vt:lpstr>Commento ai risultati - [[NOME_PROD]]</vt:lpstr>
      <vt:lpstr>Risultati - [[NOME_PROD]]</vt:lpstr>
      <vt:lpstr>I giudizi di adeguatezza - [[NOME_PROD]]</vt:lpstr>
      <vt:lpstr>Scheda prodotto - [[NOME_PROD]]</vt:lpstr>
    </vt:vector>
  </TitlesOfParts>
  <Company>Adacta S.r.l.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Lucchese</dc:creator>
  <cp:lastModifiedBy>Andrea Lucchese</cp:lastModifiedBy>
  <cp:revision>12</cp:revision>
  <cp:lastPrinted>2016-12-13T14:31:51Z</cp:lastPrinted>
  <dcterms:created xsi:type="dcterms:W3CDTF">2024-07-11T07:13:37Z</dcterms:created>
  <dcterms:modified xsi:type="dcterms:W3CDTF">2026-02-10T08:46:27Z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0x010100B29706B1986D9C49B55715BA5460D15C</vt:lpwstr>
  </property>
  <property fmtid="{D5CDD505-2E9C-101B-9397-08002B2CF9AE}" pid="3" name="MediaServiceImageTags">
    <vt:lpwstr/>
  </property>
</Properties>
</file>