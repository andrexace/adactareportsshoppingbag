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  <p:sldMasterId id="2147483685" r:id="rId2"/>
  </p:sldMasterIdLst>
  <p:notesMasterIdLst>
    <p:notesMasterId r:id="rId8"/>
  </p:notesMasterIdLst>
  <p:sldIdLst>
    <p:sldId id="1092" r:id="rId3"/>
    <p:sldId id="4659" r:id="rId4"/>
    <p:sldId id="282" r:id="rId5"/>
    <p:sldId id="4847" r:id="rId6"/>
    <p:sldId id="5121" r:id="rId7"/>
  </p:sldIdLst>
  <p:sldSz cx="12192000" cy="6858000"/>
  <p:notesSz cx="6858000" cy="9144000"/>
  <p:defaultTextStyle>
    <a:defPPr>
      <a:defRPr lang="it-IT"/>
    </a:defPPr>
    <a:lvl1pPr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1pPr>
    <a:lvl2pPr marL="609585"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2pPr>
    <a:lvl3pPr marL="1219170"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3pPr>
    <a:lvl4pPr marL="1828754"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4pPr>
    <a:lvl5pPr marL="2438339"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5pPr>
    <a:lvl6pPr marL="3047924" algn="l" defTabSz="1219170" rtl="0" eaLnBrk="1" latinLnBrk="0" hangingPunct="1"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6pPr>
    <a:lvl7pPr marL="3657509" algn="l" defTabSz="1219170" rtl="0" eaLnBrk="1" latinLnBrk="0" hangingPunct="1"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7pPr>
    <a:lvl8pPr marL="4267093" algn="l" defTabSz="1219170" rtl="0" eaLnBrk="1" latinLnBrk="0" hangingPunct="1"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8pPr>
    <a:lvl9pPr marL="4876678" algn="l" defTabSz="1219170" rtl="0" eaLnBrk="1" latinLnBrk="0" hangingPunct="1"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96EA"/>
    <a:srgbClr val="FAE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7333B-B55B-4915-BC4D-7A5B55DDDDF6}" v="359" dt="2025-02-05T10:45:56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86441" autoAdjust="0"/>
  </p:normalViewPr>
  <p:slideViewPr>
    <p:cSldViewPr snapToGrid="0">
      <p:cViewPr varScale="1">
        <p:scale>
          <a:sx n="95" d="100"/>
          <a:sy n="95" d="100"/>
        </p:scale>
        <p:origin x="63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ia Abbà" userId="5bc4ae0b-dcd0-4bde-86ab-7082dbb59cc4" providerId="ADAL" clId="{4597333B-B55B-4915-BC4D-7A5B55DDDDF6}"/>
    <pc:docChg chg="undo custSel addSld delSld modSld sldOrd">
      <pc:chgData name="Silvia Abbà" userId="5bc4ae0b-dcd0-4bde-86ab-7082dbb59cc4" providerId="ADAL" clId="{4597333B-B55B-4915-BC4D-7A5B55DDDDF6}" dt="2025-02-05T10:46:47.388" v="955" actId="12"/>
      <pc:docMkLst>
        <pc:docMk/>
      </pc:docMkLst>
      <pc:sldChg chg="del">
        <pc:chgData name="Silvia Abbà" userId="5bc4ae0b-dcd0-4bde-86ab-7082dbb59cc4" providerId="ADAL" clId="{4597333B-B55B-4915-BC4D-7A5B55DDDDF6}" dt="2025-02-03T11:31:24.985" v="1" actId="47"/>
        <pc:sldMkLst>
          <pc:docMk/>
          <pc:sldMk cId="1333797000" sldId="256"/>
        </pc:sldMkLst>
      </pc:sldChg>
      <pc:sldChg chg="modSp add">
        <pc:chgData name="Silvia Abbà" userId="5bc4ae0b-dcd0-4bde-86ab-7082dbb59cc4" providerId="ADAL" clId="{4597333B-B55B-4915-BC4D-7A5B55DDDDF6}" dt="2025-02-03T17:04:44.082" v="95"/>
        <pc:sldMkLst>
          <pc:docMk/>
          <pc:sldMk cId="0" sldId="282"/>
        </pc:sldMkLst>
        <pc:spChg chg="mod">
          <ac:chgData name="Silvia Abbà" userId="5bc4ae0b-dcd0-4bde-86ab-7082dbb59cc4" providerId="ADAL" clId="{4597333B-B55B-4915-BC4D-7A5B55DDDDF6}" dt="2025-02-03T17:04:44.082" v="95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Silvia Abbà" userId="5bc4ae0b-dcd0-4bde-86ab-7082dbb59cc4" providerId="ADAL" clId="{4597333B-B55B-4915-BC4D-7A5B55DDDDF6}" dt="2025-02-03T17:14:14.549" v="164" actId="5793"/>
        <pc:sldMkLst>
          <pc:docMk/>
          <pc:sldMk cId="0" sldId="384"/>
        </pc:sldMkLst>
        <pc:spChg chg="mod">
          <ac:chgData name="Silvia Abbà" userId="5bc4ae0b-dcd0-4bde-86ab-7082dbb59cc4" providerId="ADAL" clId="{4597333B-B55B-4915-BC4D-7A5B55DDDDF6}" dt="2025-02-03T17:14:14.549" v="164" actId="5793"/>
          <ac:spMkLst>
            <pc:docMk/>
            <pc:sldMk cId="0" sldId="384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384"/>
            <ac:spMk id="7" creationId="{E046816C-7E10-9BF9-B679-F94B08173534}"/>
          </ac:spMkLst>
        </pc:spChg>
        <pc:spChg chg="mod">
          <ac:chgData name="Silvia Abbà" userId="5bc4ae0b-dcd0-4bde-86ab-7082dbb59cc4" providerId="ADAL" clId="{4597333B-B55B-4915-BC4D-7A5B55DDDDF6}" dt="2025-02-03T17:14:09.882" v="162" actId="1035"/>
          <ac:spMkLst>
            <pc:docMk/>
            <pc:sldMk cId="0" sldId="384"/>
            <ac:spMk id="11" creationId="{F36CB77D-165B-438C-8936-01011ADC7567}"/>
          </ac:spMkLst>
        </pc:spChg>
        <pc:spChg chg="mod">
          <ac:chgData name="Silvia Abbà" userId="5bc4ae0b-dcd0-4bde-86ab-7082dbb59cc4" providerId="ADAL" clId="{4597333B-B55B-4915-BC4D-7A5B55DDDDF6}" dt="2025-02-03T17:14:09.882" v="162" actId="1035"/>
          <ac:spMkLst>
            <pc:docMk/>
            <pc:sldMk cId="0" sldId="384"/>
            <ac:spMk id="12" creationId="{4436FA7C-F824-406A-8609-CE53921D8E7A}"/>
          </ac:spMkLst>
        </pc:spChg>
        <pc:graphicFrameChg chg="mod">
          <ac:chgData name="Silvia Abbà" userId="5bc4ae0b-dcd0-4bde-86ab-7082dbb59cc4" providerId="ADAL" clId="{4597333B-B55B-4915-BC4D-7A5B55DDDDF6}" dt="2025-02-03T17:07:12.181" v="110"/>
          <ac:graphicFrameMkLst>
            <pc:docMk/>
            <pc:sldMk cId="0" sldId="384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14:01.051" v="152" actId="14100"/>
          <ac:graphicFrameMkLst>
            <pc:docMk/>
            <pc:sldMk cId="0" sldId="384"/>
            <ac:graphicFrameMk id="8" creationId="{18650E02-C748-A06B-644B-FBA319C8AF45}"/>
          </ac:graphicFrameMkLst>
        </pc:graphicFrameChg>
      </pc:sldChg>
      <pc:sldChg chg="modSp mod">
        <pc:chgData name="Silvia Abbà" userId="5bc4ae0b-dcd0-4bde-86ab-7082dbb59cc4" providerId="ADAL" clId="{4597333B-B55B-4915-BC4D-7A5B55DDDDF6}" dt="2025-02-03T17:14:25.099" v="168" actId="5793"/>
        <pc:sldMkLst>
          <pc:docMk/>
          <pc:sldMk cId="0" sldId="451"/>
        </pc:sldMkLst>
        <pc:spChg chg="mod">
          <ac:chgData name="Silvia Abbà" userId="5bc4ae0b-dcd0-4bde-86ab-7082dbb59cc4" providerId="ADAL" clId="{4597333B-B55B-4915-BC4D-7A5B55DDDDF6}" dt="2025-02-03T17:14:25.099" v="168" actId="5793"/>
          <ac:spMkLst>
            <pc:docMk/>
            <pc:sldMk cId="0" sldId="451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451"/>
            <ac:spMk id="9" creationId="{4064B492-2663-4CDD-9EAC-D72D8797A277}"/>
          </ac:spMkLst>
        </pc:spChg>
      </pc:sldChg>
      <pc:sldChg chg="addSp modSp mod">
        <pc:chgData name="Silvia Abbà" userId="5bc4ae0b-dcd0-4bde-86ab-7082dbb59cc4" providerId="ADAL" clId="{4597333B-B55B-4915-BC4D-7A5B55DDDDF6}" dt="2025-02-03T17:11:37.485" v="135" actId="1076"/>
        <pc:sldMkLst>
          <pc:docMk/>
          <pc:sldMk cId="3307853807" sldId="464"/>
        </pc:sldMkLst>
        <pc:spChg chg="mod">
          <ac:chgData name="Silvia Abbà" userId="5bc4ae0b-dcd0-4bde-86ab-7082dbb59cc4" providerId="ADAL" clId="{4597333B-B55B-4915-BC4D-7A5B55DDDDF6}" dt="2025-02-03T17:06:19.925" v="102" actId="20577"/>
          <ac:spMkLst>
            <pc:docMk/>
            <pc:sldMk cId="3307853807" sldId="464"/>
            <ac:spMk id="2" creationId="{A257FE35-BA07-A733-2EA3-4C9EA4D0E7E2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307853807" sldId="464"/>
            <ac:spMk id="5" creationId="{B492E02D-D18F-6566-EE6C-4685A111C86D}"/>
          </ac:spMkLst>
        </pc:spChg>
        <pc:picChg chg="add mod">
          <ac:chgData name="Silvia Abbà" userId="5bc4ae0b-dcd0-4bde-86ab-7082dbb59cc4" providerId="ADAL" clId="{4597333B-B55B-4915-BC4D-7A5B55DDDDF6}" dt="2025-02-03T17:11:37.485" v="135" actId="1076"/>
          <ac:picMkLst>
            <pc:docMk/>
            <pc:sldMk cId="3307853807" sldId="464"/>
            <ac:picMk id="3" creationId="{CC87C2E0-D35C-B84D-E53E-567235FD5033}"/>
          </ac:picMkLst>
        </pc:picChg>
        <pc:picChg chg="mod">
          <ac:chgData name="Silvia Abbà" userId="5bc4ae0b-dcd0-4bde-86ab-7082dbb59cc4" providerId="ADAL" clId="{4597333B-B55B-4915-BC4D-7A5B55DDDDF6}" dt="2025-02-03T11:36:21.869" v="51" actId="1076"/>
          <ac:picMkLst>
            <pc:docMk/>
            <pc:sldMk cId="3307853807" sldId="464"/>
            <ac:picMk id="4" creationId="{AB2E27BB-348A-3094-62AD-B98A72633444}"/>
          </ac:picMkLst>
        </pc:picChg>
      </pc:sldChg>
      <pc:sldChg chg="modSp mod ord">
        <pc:chgData name="Silvia Abbà" userId="5bc4ae0b-dcd0-4bde-86ab-7082dbb59cc4" providerId="ADAL" clId="{4597333B-B55B-4915-BC4D-7A5B55DDDDF6}" dt="2025-02-03T17:14:29.242" v="170" actId="5793"/>
        <pc:sldMkLst>
          <pc:docMk/>
          <pc:sldMk cId="3837614401" sldId="509"/>
        </pc:sldMkLst>
        <pc:spChg chg="mod">
          <ac:chgData name="Silvia Abbà" userId="5bc4ae0b-dcd0-4bde-86ab-7082dbb59cc4" providerId="ADAL" clId="{4597333B-B55B-4915-BC4D-7A5B55DDDDF6}" dt="2025-02-03T17:14:29.242" v="170" actId="5793"/>
          <ac:spMkLst>
            <pc:docMk/>
            <pc:sldMk cId="3837614401" sldId="509"/>
            <ac:spMk id="2" creationId="{07242849-8178-DF25-7A32-B3EC5A95E5CE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837614401" sldId="509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08:07.007" v="124" actId="20577"/>
          <ac:graphicFrameMkLst>
            <pc:docMk/>
            <pc:sldMk cId="3837614401" sldId="509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07:47.602" v="114" actId="1076"/>
          <ac:picMkLst>
            <pc:docMk/>
            <pc:sldMk cId="3837614401" sldId="509"/>
            <ac:picMk id="5" creationId="{45114A92-663A-B39D-9ABD-CBDEDB41F837}"/>
          </ac:picMkLst>
        </pc:picChg>
        <pc:picChg chg="mod">
          <ac:chgData name="Silvia Abbà" userId="5bc4ae0b-dcd0-4bde-86ab-7082dbb59cc4" providerId="ADAL" clId="{4597333B-B55B-4915-BC4D-7A5B55DDDDF6}" dt="2025-02-03T17:07:47.602" v="114" actId="1076"/>
          <ac:picMkLst>
            <pc:docMk/>
            <pc:sldMk cId="3837614401" sldId="509"/>
            <ac:picMk id="9" creationId="{E85BD22E-820D-CBA8-19BC-BD5F678839B6}"/>
          </ac:picMkLst>
        </pc:picChg>
        <pc:picChg chg="mod">
          <ac:chgData name="Silvia Abbà" userId="5bc4ae0b-dcd0-4bde-86ab-7082dbb59cc4" providerId="ADAL" clId="{4597333B-B55B-4915-BC4D-7A5B55DDDDF6}" dt="2025-02-03T17:07:47.602" v="114" actId="1076"/>
          <ac:picMkLst>
            <pc:docMk/>
            <pc:sldMk cId="3837614401" sldId="509"/>
            <ac:picMk id="11" creationId="{991F63ED-D8FF-D1B8-A612-966E2F33E68F}"/>
          </ac:picMkLst>
        </pc:picChg>
      </pc:sldChg>
      <pc:sldChg chg="modSp add mod">
        <pc:chgData name="Silvia Abbà" userId="5bc4ae0b-dcd0-4bde-86ab-7082dbb59cc4" providerId="ADAL" clId="{4597333B-B55B-4915-BC4D-7A5B55DDDDF6}" dt="2025-02-03T17:04:44.082" v="95"/>
        <pc:sldMkLst>
          <pc:docMk/>
          <pc:sldMk cId="2299555556" sldId="1092"/>
        </pc:sldMkLst>
        <pc:spChg chg="mod">
          <ac:chgData name="Silvia Abbà" userId="5bc4ae0b-dcd0-4bde-86ab-7082dbb59cc4" providerId="ADAL" clId="{4597333B-B55B-4915-BC4D-7A5B55DDDDF6}" dt="2025-02-03T17:04:44.082" v="95"/>
          <ac:spMkLst>
            <pc:docMk/>
            <pc:sldMk cId="2299555556" sldId="1092"/>
            <ac:spMk id="3" creationId="{54C474C2-E003-55FB-751B-D7715BADA8A9}"/>
          </ac:spMkLst>
        </pc:spChg>
        <pc:spChg chg="mod">
          <ac:chgData name="Silvia Abbà" userId="5bc4ae0b-dcd0-4bde-86ab-7082dbb59cc4" providerId="ADAL" clId="{4597333B-B55B-4915-BC4D-7A5B55DDDDF6}" dt="2025-02-03T11:31:28.693" v="2" actId="20577"/>
          <ac:spMkLst>
            <pc:docMk/>
            <pc:sldMk cId="2299555556" sldId="1092"/>
            <ac:spMk id="7" creationId="{A1FC5E07-213D-74B8-BD58-2DC9E602ABF5}"/>
          </ac:spMkLst>
        </pc:spChg>
      </pc:sldChg>
      <pc:sldChg chg="modSp add">
        <pc:chgData name="Silvia Abbà" userId="5bc4ae0b-dcd0-4bde-86ab-7082dbb59cc4" providerId="ADAL" clId="{4597333B-B55B-4915-BC4D-7A5B55DDDDF6}" dt="2025-02-03T17:04:44.082" v="95"/>
        <pc:sldMkLst>
          <pc:docMk/>
          <pc:sldMk cId="1453078575" sldId="4659"/>
        </pc:sldMkLst>
        <pc:spChg chg="mod">
          <ac:chgData name="Silvia Abbà" userId="5bc4ae0b-dcd0-4bde-86ab-7082dbb59cc4" providerId="ADAL" clId="{4597333B-B55B-4915-BC4D-7A5B55DDDDF6}" dt="2025-02-03T17:04:44.082" v="95"/>
          <ac:spMkLst>
            <pc:docMk/>
            <pc:sldMk cId="1453078575" sldId="4659"/>
            <ac:spMk id="32" creationId="{6E5112E7-DB37-C0FA-F9C8-C6091088E3E4}"/>
          </ac:spMkLst>
        </pc:spChg>
      </pc:sldChg>
      <pc:sldChg chg="addSp modSp add mod">
        <pc:chgData name="Silvia Abbà" userId="5bc4ae0b-dcd0-4bde-86ab-7082dbb59cc4" providerId="ADAL" clId="{4597333B-B55B-4915-BC4D-7A5B55DDDDF6}" dt="2025-02-05T10:46:47.388" v="955" actId="12"/>
        <pc:sldMkLst>
          <pc:docMk/>
          <pc:sldMk cId="3767547387" sldId="4847"/>
        </pc:sldMkLst>
        <pc:spChg chg="mod">
          <ac:chgData name="Silvia Abbà" userId="5bc4ae0b-dcd0-4bde-86ab-7082dbb59cc4" providerId="ADAL" clId="{4597333B-B55B-4915-BC4D-7A5B55DDDDF6}" dt="2025-02-03T11:33:13.517" v="18" actId="20577"/>
          <ac:spMkLst>
            <pc:docMk/>
            <pc:sldMk cId="3767547387" sldId="4847"/>
            <ac:spMk id="3" creationId="{D942D107-74F2-77C4-77AB-28F29D6F88B1}"/>
          </ac:spMkLst>
        </pc:spChg>
        <pc:spChg chg="add mod">
          <ac:chgData name="Silvia Abbà" userId="5bc4ae0b-dcd0-4bde-86ab-7082dbb59cc4" providerId="ADAL" clId="{4597333B-B55B-4915-BC4D-7A5B55DDDDF6}" dt="2025-02-05T10:46:47.388" v="955" actId="12"/>
          <ac:spMkLst>
            <pc:docMk/>
            <pc:sldMk cId="3767547387" sldId="4847"/>
            <ac:spMk id="6" creationId="{7A3E017B-BAC1-654F-2A53-1152B8DAF7C8}"/>
          </ac:spMkLst>
        </pc:spChg>
        <pc:spChg chg="mod">
          <ac:chgData name="Silvia Abbà" userId="5bc4ae0b-dcd0-4bde-86ab-7082dbb59cc4" providerId="ADAL" clId="{4597333B-B55B-4915-BC4D-7A5B55DDDDF6}" dt="2025-02-03T11:33:33.482" v="38" actId="6549"/>
          <ac:spMkLst>
            <pc:docMk/>
            <pc:sldMk cId="3767547387" sldId="4847"/>
            <ac:spMk id="7" creationId="{827A2DD8-5059-D5A5-84A1-0525DBAC1D59}"/>
          </ac:spMkLst>
        </pc:spChg>
        <pc:spChg chg="mod">
          <ac:chgData name="Silvia Abbà" userId="5bc4ae0b-dcd0-4bde-86ab-7082dbb59cc4" providerId="ADAL" clId="{4597333B-B55B-4915-BC4D-7A5B55DDDDF6}" dt="2025-02-03T17:04:44.082" v="95"/>
          <ac:spMkLst>
            <pc:docMk/>
            <pc:sldMk cId="3767547387" sldId="4847"/>
            <ac:spMk id="8" creationId="{5D004AB7-C352-A3E7-B457-609AE5D60FF4}"/>
          </ac:spMkLst>
        </pc:spChg>
        <pc:graphicFrameChg chg="mod modGraphic">
          <ac:chgData name="Silvia Abbà" userId="5bc4ae0b-dcd0-4bde-86ab-7082dbb59cc4" providerId="ADAL" clId="{4597333B-B55B-4915-BC4D-7A5B55DDDDF6}" dt="2025-02-03T11:33:29.865" v="37" actId="1035"/>
          <ac:graphicFrameMkLst>
            <pc:docMk/>
            <pc:sldMk cId="3767547387" sldId="4847"/>
            <ac:graphicFrameMk id="2" creationId="{B51A25A6-6EC8-5D1A-CAD9-B2F120B87EE3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1:33:29.865" v="37" actId="1035"/>
          <ac:graphicFrameMkLst>
            <pc:docMk/>
            <pc:sldMk cId="3767547387" sldId="4847"/>
            <ac:graphicFrameMk id="9" creationId="{0B270CA4-1342-3EA2-BADE-5FF19C929AD2}"/>
          </ac:graphicFrameMkLst>
        </pc:graphicFrameChg>
      </pc:sldChg>
      <pc:sldChg chg="modSp mod">
        <pc:chgData name="Silvia Abbà" userId="5bc4ae0b-dcd0-4bde-86ab-7082dbb59cc4" providerId="ADAL" clId="{4597333B-B55B-4915-BC4D-7A5B55DDDDF6}" dt="2025-02-03T17:14:19.029" v="166" actId="5793"/>
        <pc:sldMkLst>
          <pc:docMk/>
          <pc:sldMk cId="2197102490" sldId="4865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197102490" sldId="4865"/>
            <ac:spMk id="5" creationId="{1B33FB10-B024-786B-6AAC-31FF86EE2819}"/>
          </ac:spMkLst>
        </pc:spChg>
        <pc:spChg chg="mod">
          <ac:chgData name="Silvia Abbà" userId="5bc4ae0b-dcd0-4bde-86ab-7082dbb59cc4" providerId="ADAL" clId="{4597333B-B55B-4915-BC4D-7A5B55DDDDF6}" dt="2025-02-03T17:14:19.029" v="166" actId="5793"/>
          <ac:spMkLst>
            <pc:docMk/>
            <pc:sldMk cId="2197102490" sldId="4865"/>
            <ac:spMk id="14" creationId="{556FF31B-2A02-6CFC-31D0-AC5C4465F03D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2197102490" sldId="4865"/>
            <ac:graphicFrameMk id="6" creationId="{ACF83E03-CED4-F163-FFBB-CB3096C167B7}"/>
          </ac:graphicFrameMkLst>
        </pc:graphicFrameChg>
        <pc:graphicFrameChg chg="mod">
          <ac:chgData name="Silvia Abbà" userId="5bc4ae0b-dcd0-4bde-86ab-7082dbb59cc4" providerId="ADAL" clId="{4597333B-B55B-4915-BC4D-7A5B55DDDDF6}" dt="2025-02-03T17:08:26.429" v="128"/>
          <ac:graphicFrameMkLst>
            <pc:docMk/>
            <pc:sldMk cId="2197102490" sldId="4865"/>
            <ac:graphicFrameMk id="7" creationId="{5E108432-2C54-AA69-9E99-6C445249B5FB}"/>
          </ac:graphicFrameMkLst>
        </pc:graphicFrameChg>
      </pc:sldChg>
      <pc:sldChg chg="modSp mod">
        <pc:chgData name="Silvia Abbà" userId="5bc4ae0b-dcd0-4bde-86ab-7082dbb59cc4" providerId="ADAL" clId="{4597333B-B55B-4915-BC4D-7A5B55DDDDF6}" dt="2025-02-03T17:05:38.180" v="96"/>
        <pc:sldMkLst>
          <pc:docMk/>
          <pc:sldMk cId="3286327906" sldId="4866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286327906" sldId="4866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1:36:54.765" v="57" actId="1076"/>
          <ac:picMkLst>
            <pc:docMk/>
            <pc:sldMk cId="3286327906" sldId="4866"/>
            <ac:picMk id="4" creationId="{D2B22476-052E-393F-DE86-88CC61817AAF}"/>
          </ac:picMkLst>
        </pc:picChg>
      </pc:sldChg>
      <pc:sldChg chg="modSp mod">
        <pc:chgData name="Silvia Abbà" userId="5bc4ae0b-dcd0-4bde-86ab-7082dbb59cc4" providerId="ADAL" clId="{4597333B-B55B-4915-BC4D-7A5B55DDDDF6}" dt="2025-02-03T17:14:42.041" v="172" actId="5793"/>
        <pc:sldMkLst>
          <pc:docMk/>
          <pc:sldMk cId="0" sldId="4867"/>
        </pc:sldMkLst>
        <pc:spChg chg="mod">
          <ac:chgData name="Silvia Abbà" userId="5bc4ae0b-dcd0-4bde-86ab-7082dbb59cc4" providerId="ADAL" clId="{4597333B-B55B-4915-BC4D-7A5B55DDDDF6}" dt="2025-02-03T17:14:42.041" v="172" actId="5793"/>
          <ac:spMkLst>
            <pc:docMk/>
            <pc:sldMk cId="0" sldId="4867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4867"/>
            <ac:spMk id="9" creationId="{4064B492-2663-4CDD-9EAC-D72D8797A277}"/>
          </ac:spMkLst>
        </pc:spChg>
      </pc:sldChg>
      <pc:sldChg chg="modSp">
        <pc:chgData name="Silvia Abbà" userId="5bc4ae0b-dcd0-4bde-86ab-7082dbb59cc4" providerId="ADAL" clId="{4597333B-B55B-4915-BC4D-7A5B55DDDDF6}" dt="2025-02-03T17:09:33.243" v="130"/>
        <pc:sldMkLst>
          <pc:docMk/>
          <pc:sldMk cId="1175431985" sldId="4868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175431985" sldId="4868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1175431985" sldId="4868"/>
            <ac:graphicFrameMk id="6" creationId="{0ED8E75E-AE89-A5CE-8EF0-C2A83EB237C4}"/>
          </ac:graphicFrameMkLst>
        </pc:graphicFrameChg>
      </pc:sldChg>
      <pc:sldChg chg="modSp mod">
        <pc:chgData name="Silvia Abbà" userId="5bc4ae0b-dcd0-4bde-86ab-7082dbb59cc4" providerId="ADAL" clId="{4597333B-B55B-4915-BC4D-7A5B55DDDDF6}" dt="2025-02-03T17:15:02.338" v="174" actId="5793"/>
        <pc:sldMkLst>
          <pc:docMk/>
          <pc:sldMk cId="0" sldId="4869"/>
        </pc:sldMkLst>
        <pc:spChg chg="mod">
          <ac:chgData name="Silvia Abbà" userId="5bc4ae0b-dcd0-4bde-86ab-7082dbb59cc4" providerId="ADAL" clId="{4597333B-B55B-4915-BC4D-7A5B55DDDDF6}" dt="2025-02-03T17:15:02.338" v="174" actId="5793"/>
          <ac:spMkLst>
            <pc:docMk/>
            <pc:sldMk cId="0" sldId="4869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4869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12:19.266" v="138"/>
          <ac:graphicFrameMkLst>
            <pc:docMk/>
            <pc:sldMk cId="0" sldId="4869"/>
            <ac:graphicFrameMk id="3" creationId="{33592564-620A-60BF-C59D-6E4D06A44852}"/>
          </ac:graphicFrameMkLst>
        </pc:graphicFrameChg>
      </pc:sldChg>
      <pc:sldChg chg="modSp mod ord">
        <pc:chgData name="Silvia Abbà" userId="5bc4ae0b-dcd0-4bde-86ab-7082dbb59cc4" providerId="ADAL" clId="{4597333B-B55B-4915-BC4D-7A5B55DDDDF6}" dt="2025-02-03T17:10:27.850" v="133"/>
        <pc:sldMkLst>
          <pc:docMk/>
          <pc:sldMk cId="3576469782" sldId="4870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576469782" sldId="4870"/>
            <ac:spMk id="6" creationId="{C9D433E7-9B60-A93B-7D78-525A4C9C731B}"/>
          </ac:spMkLst>
        </pc:spChg>
        <pc:picChg chg="mod">
          <ac:chgData name="Silvia Abbà" userId="5bc4ae0b-dcd0-4bde-86ab-7082dbb59cc4" providerId="ADAL" clId="{4597333B-B55B-4915-BC4D-7A5B55DDDDF6}" dt="2025-02-03T17:10:15.236" v="131" actId="1076"/>
          <ac:picMkLst>
            <pc:docMk/>
            <pc:sldMk cId="3576469782" sldId="4870"/>
            <ac:picMk id="5" creationId="{D2032C81-6D59-293A-D228-8C7796DB21AB}"/>
          </ac:picMkLst>
        </pc:picChg>
        <pc:picChg chg="mod">
          <ac:chgData name="Silvia Abbà" userId="5bc4ae0b-dcd0-4bde-86ab-7082dbb59cc4" providerId="ADAL" clId="{4597333B-B55B-4915-BC4D-7A5B55DDDDF6}" dt="2025-02-03T17:10:15.236" v="131" actId="1076"/>
          <ac:picMkLst>
            <pc:docMk/>
            <pc:sldMk cId="3576469782" sldId="4870"/>
            <ac:picMk id="9" creationId="{E788C7F9-35C5-6E5D-F6EA-E53361131F67}"/>
          </ac:picMkLst>
        </pc:picChg>
        <pc:picChg chg="mod">
          <ac:chgData name="Silvia Abbà" userId="5bc4ae0b-dcd0-4bde-86ab-7082dbb59cc4" providerId="ADAL" clId="{4597333B-B55B-4915-BC4D-7A5B55DDDDF6}" dt="2025-02-03T17:10:15.236" v="131" actId="1076"/>
          <ac:picMkLst>
            <pc:docMk/>
            <pc:sldMk cId="3576469782" sldId="4870"/>
            <ac:picMk id="11" creationId="{3CC9489D-B77D-588E-8F32-4C8C07A0A039}"/>
          </ac:picMkLst>
        </pc:picChg>
      </pc:sldChg>
      <pc:sldChg chg="modSp mod">
        <pc:chgData name="Silvia Abbà" userId="5bc4ae0b-dcd0-4bde-86ab-7082dbb59cc4" providerId="ADAL" clId="{4597333B-B55B-4915-BC4D-7A5B55DDDDF6}" dt="2025-02-03T17:05:38.180" v="96"/>
        <pc:sldMkLst>
          <pc:docMk/>
          <pc:sldMk cId="3645247021" sldId="4871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645247021" sldId="4871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1:36:45.719" v="56" actId="1076"/>
          <ac:picMkLst>
            <pc:docMk/>
            <pc:sldMk cId="3645247021" sldId="4871"/>
            <ac:picMk id="4" creationId="{F667F226-E077-08CC-A313-EB11DE09F93B}"/>
          </ac:picMkLst>
        </pc:picChg>
      </pc:sldChg>
      <pc:sldChg chg="modSp mod">
        <pc:chgData name="Silvia Abbà" userId="5bc4ae0b-dcd0-4bde-86ab-7082dbb59cc4" providerId="ADAL" clId="{4597333B-B55B-4915-BC4D-7A5B55DDDDF6}" dt="2025-02-03T17:15:10.930" v="176" actId="5793"/>
        <pc:sldMkLst>
          <pc:docMk/>
          <pc:sldMk cId="0" sldId="4872"/>
        </pc:sldMkLst>
        <pc:spChg chg="mod">
          <ac:chgData name="Silvia Abbà" userId="5bc4ae0b-dcd0-4bde-86ab-7082dbb59cc4" providerId="ADAL" clId="{4597333B-B55B-4915-BC4D-7A5B55DDDDF6}" dt="2025-02-03T17:15:10.930" v="176" actId="5793"/>
          <ac:spMkLst>
            <pc:docMk/>
            <pc:sldMk cId="0" sldId="4872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4872"/>
            <ac:spMk id="9" creationId="{4064B492-2663-4CDD-9EAC-D72D8797A277}"/>
          </ac:spMkLst>
        </pc:spChg>
      </pc:sldChg>
      <pc:sldChg chg="modSp">
        <pc:chgData name="Silvia Abbà" userId="5bc4ae0b-dcd0-4bde-86ab-7082dbb59cc4" providerId="ADAL" clId="{4597333B-B55B-4915-BC4D-7A5B55DDDDF6}" dt="2025-02-03T17:09:33.243" v="130"/>
        <pc:sldMkLst>
          <pc:docMk/>
          <pc:sldMk cId="777068486" sldId="4873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777068486" sldId="4873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777068486" sldId="4873"/>
            <ac:graphicFrameMk id="6" creationId="{01EB6F85-94D6-FB1F-A523-48582750BFE3}"/>
          </ac:graphicFrameMkLst>
        </pc:graphicFrameChg>
      </pc:sldChg>
      <pc:sldChg chg="modSp mod">
        <pc:chgData name="Silvia Abbà" userId="5bc4ae0b-dcd0-4bde-86ab-7082dbb59cc4" providerId="ADAL" clId="{4597333B-B55B-4915-BC4D-7A5B55DDDDF6}" dt="2025-02-03T17:15:35.700" v="180" actId="20577"/>
        <pc:sldMkLst>
          <pc:docMk/>
          <pc:sldMk cId="0" sldId="4874"/>
        </pc:sldMkLst>
        <pc:spChg chg="mod">
          <ac:chgData name="Silvia Abbà" userId="5bc4ae0b-dcd0-4bde-86ab-7082dbb59cc4" providerId="ADAL" clId="{4597333B-B55B-4915-BC4D-7A5B55DDDDF6}" dt="2025-02-03T17:15:17.599" v="178" actId="5793"/>
          <ac:spMkLst>
            <pc:docMk/>
            <pc:sldMk cId="0" sldId="4874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4874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15:24.962" v="179"/>
          <ac:graphicFrameMkLst>
            <pc:docMk/>
            <pc:sldMk cId="0" sldId="4874"/>
            <ac:graphicFrameMk id="3" creationId="{33592564-620A-60BF-C59D-6E4D06A44852}"/>
          </ac:graphicFrameMkLst>
        </pc:graphicFrameChg>
        <pc:graphicFrameChg chg="modGraphic">
          <ac:chgData name="Silvia Abbà" userId="5bc4ae0b-dcd0-4bde-86ab-7082dbb59cc4" providerId="ADAL" clId="{4597333B-B55B-4915-BC4D-7A5B55DDDDF6}" dt="2025-02-03T17:15:35.700" v="180" actId="20577"/>
          <ac:graphicFrameMkLst>
            <pc:docMk/>
            <pc:sldMk cId="0" sldId="4874"/>
            <ac:graphicFrameMk id="8" creationId="{9494E653-E687-8210-1800-36F869E6EA25}"/>
          </ac:graphicFrameMkLst>
        </pc:graphicFrameChg>
      </pc:sldChg>
      <pc:sldChg chg="modSp mod ord">
        <pc:chgData name="Silvia Abbà" userId="5bc4ae0b-dcd0-4bde-86ab-7082dbb59cc4" providerId="ADAL" clId="{4597333B-B55B-4915-BC4D-7A5B55DDDDF6}" dt="2025-02-03T17:16:03.363" v="186"/>
        <pc:sldMkLst>
          <pc:docMk/>
          <pc:sldMk cId="1700884572" sldId="4875"/>
        </pc:sldMkLst>
        <pc:spChg chg="mod">
          <ac:chgData name="Silvia Abbà" userId="5bc4ae0b-dcd0-4bde-86ab-7082dbb59cc4" providerId="ADAL" clId="{4597333B-B55B-4915-BC4D-7A5B55DDDDF6}" dt="2025-02-03T17:15:51.711" v="183" actId="5793"/>
          <ac:spMkLst>
            <pc:docMk/>
            <pc:sldMk cId="1700884572" sldId="4875"/>
            <ac:spMk id="2" creationId="{07242849-8178-DF25-7A32-B3EC5A95E5CE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700884572" sldId="4875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15:57.665" v="184" actId="20577"/>
          <ac:graphicFrameMkLst>
            <pc:docMk/>
            <pc:sldMk cId="1700884572" sldId="4875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15:44.155" v="181" actId="1076"/>
          <ac:picMkLst>
            <pc:docMk/>
            <pc:sldMk cId="1700884572" sldId="4875"/>
            <ac:picMk id="5" creationId="{1AC08FB8-5C4E-C595-81C9-46FC4CAF4CD5}"/>
          </ac:picMkLst>
        </pc:picChg>
        <pc:picChg chg="mod">
          <ac:chgData name="Silvia Abbà" userId="5bc4ae0b-dcd0-4bde-86ab-7082dbb59cc4" providerId="ADAL" clId="{4597333B-B55B-4915-BC4D-7A5B55DDDDF6}" dt="2025-02-03T17:15:44.155" v="181" actId="1076"/>
          <ac:picMkLst>
            <pc:docMk/>
            <pc:sldMk cId="1700884572" sldId="4875"/>
            <ac:picMk id="9" creationId="{96D67757-6C6E-023A-FF9C-24417F05D99E}"/>
          </ac:picMkLst>
        </pc:picChg>
        <pc:picChg chg="mod">
          <ac:chgData name="Silvia Abbà" userId="5bc4ae0b-dcd0-4bde-86ab-7082dbb59cc4" providerId="ADAL" clId="{4597333B-B55B-4915-BC4D-7A5B55DDDDF6}" dt="2025-02-03T17:15:44.155" v="181" actId="1076"/>
          <ac:picMkLst>
            <pc:docMk/>
            <pc:sldMk cId="1700884572" sldId="4875"/>
            <ac:picMk id="11" creationId="{29A53EA0-A486-2113-FDBD-D08D1076E9BC}"/>
          </ac:picMkLst>
        </pc:picChg>
      </pc:sldChg>
      <pc:sldChg chg="modSp mod">
        <pc:chgData name="Silvia Abbà" userId="5bc4ae0b-dcd0-4bde-86ab-7082dbb59cc4" providerId="ADAL" clId="{4597333B-B55B-4915-BC4D-7A5B55DDDDF6}" dt="2025-02-03T17:05:38.180" v="96"/>
        <pc:sldMkLst>
          <pc:docMk/>
          <pc:sldMk cId="3818310921" sldId="4876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818310921" sldId="4876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1:37:08.774" v="59" actId="1076"/>
          <ac:picMkLst>
            <pc:docMk/>
            <pc:sldMk cId="3818310921" sldId="4876"/>
            <ac:picMk id="4" creationId="{02FF2D33-F0AF-880B-08C4-E75A7C2F54E4}"/>
          </ac:picMkLst>
        </pc:picChg>
      </pc:sldChg>
      <pc:sldChg chg="modSp">
        <pc:chgData name="Silvia Abbà" userId="5bc4ae0b-dcd0-4bde-86ab-7082dbb59cc4" providerId="ADAL" clId="{4597333B-B55B-4915-BC4D-7A5B55DDDDF6}" dt="2025-02-03T17:05:38.180" v="96"/>
        <pc:sldMkLst>
          <pc:docMk/>
          <pc:sldMk cId="0" sldId="4877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4877"/>
            <ac:spMk id="9" creationId="{4064B492-2663-4CDD-9EAC-D72D8797A277}"/>
          </ac:spMkLst>
        </pc:spChg>
      </pc:sldChg>
      <pc:sldChg chg="modSp">
        <pc:chgData name="Silvia Abbà" userId="5bc4ae0b-dcd0-4bde-86ab-7082dbb59cc4" providerId="ADAL" clId="{4597333B-B55B-4915-BC4D-7A5B55DDDDF6}" dt="2025-02-03T17:09:33.243" v="130"/>
        <pc:sldMkLst>
          <pc:docMk/>
          <pc:sldMk cId="843713513" sldId="4878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843713513" sldId="4878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843713513" sldId="4878"/>
            <ac:graphicFrameMk id="6" creationId="{F1443896-91DE-2177-5A79-7053388C7355}"/>
          </ac:graphicFrameMkLst>
        </pc:graphicFrameChg>
      </pc:sldChg>
      <pc:sldChg chg="modSp mod">
        <pc:chgData name="Silvia Abbà" userId="5bc4ae0b-dcd0-4bde-86ab-7082dbb59cc4" providerId="ADAL" clId="{4597333B-B55B-4915-BC4D-7A5B55DDDDF6}" dt="2025-02-03T17:17:30.008" v="218"/>
        <pc:sldMkLst>
          <pc:docMk/>
          <pc:sldMk cId="0" sldId="4879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4879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16:23.594" v="187"/>
          <ac:graphicFrameMkLst>
            <pc:docMk/>
            <pc:sldMk cId="0" sldId="4879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17:30.008" v="218"/>
          <ac:graphicFrameMkLst>
            <pc:docMk/>
            <pc:sldMk cId="0" sldId="4879"/>
            <ac:graphicFrameMk id="8" creationId="{C23CCE1A-DF35-1192-CFDA-B6FBFF01452F}"/>
          </ac:graphicFrameMkLst>
        </pc:graphicFrameChg>
      </pc:sldChg>
      <pc:sldChg chg="modSp mod ord">
        <pc:chgData name="Silvia Abbà" userId="5bc4ae0b-dcd0-4bde-86ab-7082dbb59cc4" providerId="ADAL" clId="{4597333B-B55B-4915-BC4D-7A5B55DDDDF6}" dt="2025-02-03T17:18:27.890" v="231"/>
        <pc:sldMkLst>
          <pc:docMk/>
          <pc:sldMk cId="1933656766" sldId="4880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933656766" sldId="4880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18:19.750" v="229" actId="20577"/>
          <ac:graphicFrameMkLst>
            <pc:docMk/>
            <pc:sldMk cId="1933656766" sldId="4880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17:39.747" v="219" actId="1076"/>
          <ac:picMkLst>
            <pc:docMk/>
            <pc:sldMk cId="1933656766" sldId="4880"/>
            <ac:picMk id="5" creationId="{1695E411-A760-B14E-F68F-865D02DA9D0D}"/>
          </ac:picMkLst>
        </pc:picChg>
        <pc:picChg chg="mod">
          <ac:chgData name="Silvia Abbà" userId="5bc4ae0b-dcd0-4bde-86ab-7082dbb59cc4" providerId="ADAL" clId="{4597333B-B55B-4915-BC4D-7A5B55DDDDF6}" dt="2025-02-03T17:17:39.747" v="219" actId="1076"/>
          <ac:picMkLst>
            <pc:docMk/>
            <pc:sldMk cId="1933656766" sldId="4880"/>
            <ac:picMk id="9" creationId="{38EFC6EB-3C08-B794-4305-FCD987ED6E11}"/>
          </ac:picMkLst>
        </pc:picChg>
        <pc:picChg chg="mod modCrop">
          <ac:chgData name="Silvia Abbà" userId="5bc4ae0b-dcd0-4bde-86ab-7082dbb59cc4" providerId="ADAL" clId="{4597333B-B55B-4915-BC4D-7A5B55DDDDF6}" dt="2025-02-03T17:18:12.195" v="228" actId="14100"/>
          <ac:picMkLst>
            <pc:docMk/>
            <pc:sldMk cId="1933656766" sldId="4880"/>
            <ac:picMk id="11" creationId="{07C14C35-8E4F-CD4B-314B-18F4F6ECAAA9}"/>
          </ac:picMkLst>
        </pc:picChg>
      </pc:sldChg>
      <pc:sldChg chg="modSp add mod">
        <pc:chgData name="Silvia Abbà" userId="5bc4ae0b-dcd0-4bde-86ab-7082dbb59cc4" providerId="ADAL" clId="{4597333B-B55B-4915-BC4D-7A5B55DDDDF6}" dt="2025-02-03T17:04:44.082" v="95"/>
        <pc:sldMkLst>
          <pc:docMk/>
          <pc:sldMk cId="2690148745" sldId="5121"/>
        </pc:sldMkLst>
        <pc:spChg chg="mod">
          <ac:chgData name="Silvia Abbà" userId="5bc4ae0b-dcd0-4bde-86ab-7082dbb59cc4" providerId="ADAL" clId="{4597333B-B55B-4915-BC4D-7A5B55DDDDF6}" dt="2025-02-03T11:51:58.866" v="94" actId="20577"/>
          <ac:spMkLst>
            <pc:docMk/>
            <pc:sldMk cId="2690148745" sldId="5121"/>
            <ac:spMk id="2" creationId="{8B62D6BB-E6FA-8C6B-39CD-1F2B853DD62F}"/>
          </ac:spMkLst>
        </pc:spChg>
        <pc:spChg chg="mod">
          <ac:chgData name="Silvia Abbà" userId="5bc4ae0b-dcd0-4bde-86ab-7082dbb59cc4" providerId="ADAL" clId="{4597333B-B55B-4915-BC4D-7A5B55DDDDF6}" dt="2025-02-03T17:04:44.082" v="95"/>
          <ac:spMkLst>
            <pc:docMk/>
            <pc:sldMk cId="2690148745" sldId="5121"/>
            <ac:spMk id="3" creationId="{4B44C0EF-3DB9-1A42-3697-ED6417B3A34A}"/>
          </ac:spMkLst>
        </pc:spChg>
      </pc:sldChg>
      <pc:sldChg chg="modSp add mod">
        <pc:chgData name="Silvia Abbà" userId="5bc4ae0b-dcd0-4bde-86ab-7082dbb59cc4" providerId="ADAL" clId="{4597333B-B55B-4915-BC4D-7A5B55DDDDF6}" dt="2025-02-03T17:19:05.675" v="236" actId="1076"/>
        <pc:sldMkLst>
          <pc:docMk/>
          <pc:sldMk cId="1091042790" sldId="5122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091042790" sldId="5122"/>
            <ac:spMk id="5" creationId="{B492E02D-D18F-6566-EE6C-4685A111C86D}"/>
          </ac:spMkLst>
        </pc:spChg>
        <pc:picChg chg="mod modCrop">
          <ac:chgData name="Silvia Abbà" userId="5bc4ae0b-dcd0-4bde-86ab-7082dbb59cc4" providerId="ADAL" clId="{4597333B-B55B-4915-BC4D-7A5B55DDDDF6}" dt="2025-02-03T17:19:05.675" v="236" actId="1076"/>
          <ac:picMkLst>
            <pc:docMk/>
            <pc:sldMk cId="1091042790" sldId="5122"/>
            <ac:picMk id="4" creationId="{881F01DC-73F9-683F-B803-7C69B6378CB9}"/>
          </ac:picMkLst>
        </pc:picChg>
      </pc:sldChg>
      <pc:sldChg chg="modSp add">
        <pc:chgData name="Silvia Abbà" userId="5bc4ae0b-dcd0-4bde-86ab-7082dbb59cc4" providerId="ADAL" clId="{4597333B-B55B-4915-BC4D-7A5B55DDDDF6}" dt="2025-02-03T17:05:38.180" v="96"/>
        <pc:sldMkLst>
          <pc:docMk/>
          <pc:sldMk cId="0" sldId="5123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23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3660497703" sldId="5124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660497703" sldId="5124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3660497703" sldId="5124"/>
            <ac:graphicFrameMk id="6" creationId="{59383A58-FBFF-5A28-8475-E708018C0B32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21:20.191" v="246" actId="14100"/>
        <pc:sldMkLst>
          <pc:docMk/>
          <pc:sldMk cId="0" sldId="5125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25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19:18.154" v="237"/>
          <ac:graphicFrameMkLst>
            <pc:docMk/>
            <pc:sldMk cId="0" sldId="5125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21:20.191" v="246" actId="14100"/>
          <ac:graphicFrameMkLst>
            <pc:docMk/>
            <pc:sldMk cId="0" sldId="5125"/>
            <ac:graphicFrameMk id="8" creationId="{7D95811D-5B4F-DF80-3DE5-0703716D9F67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21:59.068" v="256"/>
        <pc:sldMkLst>
          <pc:docMk/>
          <pc:sldMk cId="1614949091" sldId="5126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614949091" sldId="5126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21:53.668" v="254" actId="20577"/>
          <ac:graphicFrameMkLst>
            <pc:docMk/>
            <pc:sldMk cId="1614949091" sldId="5126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21:47.308" v="252" actId="1076"/>
          <ac:picMkLst>
            <pc:docMk/>
            <pc:sldMk cId="1614949091" sldId="5126"/>
            <ac:picMk id="5" creationId="{479AD0A5-FE9C-F2D3-8F74-244EDA2B2BAA}"/>
          </ac:picMkLst>
        </pc:picChg>
        <pc:picChg chg="mod">
          <ac:chgData name="Silvia Abbà" userId="5bc4ae0b-dcd0-4bde-86ab-7082dbb59cc4" providerId="ADAL" clId="{4597333B-B55B-4915-BC4D-7A5B55DDDDF6}" dt="2025-02-03T17:21:47.308" v="252" actId="1076"/>
          <ac:picMkLst>
            <pc:docMk/>
            <pc:sldMk cId="1614949091" sldId="5126"/>
            <ac:picMk id="9" creationId="{573CB1BE-92CF-FDC9-A04F-5B9A1C189842}"/>
          </ac:picMkLst>
        </pc:picChg>
        <pc:picChg chg="mod modCrop">
          <ac:chgData name="Silvia Abbà" userId="5bc4ae0b-dcd0-4bde-86ab-7082dbb59cc4" providerId="ADAL" clId="{4597333B-B55B-4915-BC4D-7A5B55DDDDF6}" dt="2025-02-03T17:21:41.588" v="251" actId="14100"/>
          <ac:picMkLst>
            <pc:docMk/>
            <pc:sldMk cId="1614949091" sldId="5126"/>
            <ac:picMk id="11" creationId="{A53292C9-DEDB-10C7-7C60-4BDFE7031272}"/>
          </ac:picMkLst>
        </pc:picChg>
      </pc:sldChg>
      <pc:sldChg chg="modSp add mod">
        <pc:chgData name="Silvia Abbà" userId="5bc4ae0b-dcd0-4bde-86ab-7082dbb59cc4" providerId="ADAL" clId="{4597333B-B55B-4915-BC4D-7A5B55DDDDF6}" dt="2025-02-03T17:05:38.180" v="96"/>
        <pc:sldMkLst>
          <pc:docMk/>
          <pc:sldMk cId="1260567046" sldId="5127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260567046" sldId="5127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1:39:57.255" v="70" actId="1076"/>
          <ac:picMkLst>
            <pc:docMk/>
            <pc:sldMk cId="1260567046" sldId="5127"/>
            <ac:picMk id="4" creationId="{22C30351-03DD-8FF8-D1C5-D69397667CC3}"/>
          </ac:picMkLst>
        </pc:picChg>
      </pc:sldChg>
      <pc:sldChg chg="modSp add mod">
        <pc:chgData name="Silvia Abbà" userId="5bc4ae0b-dcd0-4bde-86ab-7082dbb59cc4" providerId="ADAL" clId="{4597333B-B55B-4915-BC4D-7A5B55DDDDF6}" dt="2025-02-03T17:22:09.055" v="258" actId="5793"/>
        <pc:sldMkLst>
          <pc:docMk/>
          <pc:sldMk cId="0" sldId="5128"/>
        </pc:sldMkLst>
        <pc:spChg chg="mod">
          <ac:chgData name="Silvia Abbà" userId="5bc4ae0b-dcd0-4bde-86ab-7082dbb59cc4" providerId="ADAL" clId="{4597333B-B55B-4915-BC4D-7A5B55DDDDF6}" dt="2025-02-03T17:22:09.055" v="258" actId="5793"/>
          <ac:spMkLst>
            <pc:docMk/>
            <pc:sldMk cId="0" sldId="5128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28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2800670282" sldId="5129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800670282" sldId="5129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2800670282" sldId="5129"/>
            <ac:graphicFrameMk id="6" creationId="{EDB9FE5F-E13F-D503-3723-AF96D8777EBA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22:28.700" v="261" actId="5793"/>
        <pc:sldMkLst>
          <pc:docMk/>
          <pc:sldMk cId="0" sldId="5130"/>
        </pc:sldMkLst>
        <pc:spChg chg="mod">
          <ac:chgData name="Silvia Abbà" userId="5bc4ae0b-dcd0-4bde-86ab-7082dbb59cc4" providerId="ADAL" clId="{4597333B-B55B-4915-BC4D-7A5B55DDDDF6}" dt="2025-02-03T17:22:28.700" v="261" actId="5793"/>
          <ac:spMkLst>
            <pc:docMk/>
            <pc:sldMk cId="0" sldId="5130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30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22:21.893" v="259"/>
          <ac:graphicFrameMkLst>
            <pc:docMk/>
            <pc:sldMk cId="0" sldId="5130"/>
            <ac:graphicFrameMk id="3" creationId="{33592564-620A-60BF-C59D-6E4D06A44852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23:00.048" v="271"/>
        <pc:sldMkLst>
          <pc:docMk/>
          <pc:sldMk cId="4260808073" sldId="5131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4260808073" sldId="5131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22:55.641" v="269" actId="20577"/>
          <ac:graphicFrameMkLst>
            <pc:docMk/>
            <pc:sldMk cId="4260808073" sldId="5131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22:36.124" v="262" actId="1076"/>
          <ac:picMkLst>
            <pc:docMk/>
            <pc:sldMk cId="4260808073" sldId="5131"/>
            <ac:picMk id="5" creationId="{9CF3831D-7E80-BD2C-5AC8-6F2FC2744DFE}"/>
          </ac:picMkLst>
        </pc:picChg>
        <pc:picChg chg="mod">
          <ac:chgData name="Silvia Abbà" userId="5bc4ae0b-dcd0-4bde-86ab-7082dbb59cc4" providerId="ADAL" clId="{4597333B-B55B-4915-BC4D-7A5B55DDDDF6}" dt="2025-02-03T17:22:36.124" v="262" actId="1076"/>
          <ac:picMkLst>
            <pc:docMk/>
            <pc:sldMk cId="4260808073" sldId="5131"/>
            <ac:picMk id="9" creationId="{490853AB-2282-F5C6-0797-129854DC272E}"/>
          </ac:picMkLst>
        </pc:picChg>
        <pc:picChg chg="mod modCrop">
          <ac:chgData name="Silvia Abbà" userId="5bc4ae0b-dcd0-4bde-86ab-7082dbb59cc4" providerId="ADAL" clId="{4597333B-B55B-4915-BC4D-7A5B55DDDDF6}" dt="2025-02-03T17:22:42.868" v="264" actId="732"/>
          <ac:picMkLst>
            <pc:docMk/>
            <pc:sldMk cId="4260808073" sldId="5131"/>
            <ac:picMk id="11" creationId="{A4835A92-EA4A-6F0A-9D76-5E8D866961B9}"/>
          </ac:picMkLst>
        </pc:picChg>
      </pc:sldChg>
      <pc:sldChg chg="modSp add mod">
        <pc:chgData name="Silvia Abbà" userId="5bc4ae0b-dcd0-4bde-86ab-7082dbb59cc4" providerId="ADAL" clId="{4597333B-B55B-4915-BC4D-7A5B55DDDDF6}" dt="2025-02-03T17:05:38.180" v="96"/>
        <pc:sldMkLst>
          <pc:docMk/>
          <pc:sldMk cId="1574439184" sldId="5132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574439184" sldId="5132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1:40:54.384" v="72" actId="1076"/>
          <ac:picMkLst>
            <pc:docMk/>
            <pc:sldMk cId="1574439184" sldId="5132"/>
            <ac:picMk id="4" creationId="{9BE45C66-9F4A-A141-225C-D4BFD7779859}"/>
          </ac:picMkLst>
        </pc:picChg>
      </pc:sldChg>
      <pc:sldChg chg="modSp add">
        <pc:chgData name="Silvia Abbà" userId="5bc4ae0b-dcd0-4bde-86ab-7082dbb59cc4" providerId="ADAL" clId="{4597333B-B55B-4915-BC4D-7A5B55DDDDF6}" dt="2025-02-03T17:05:38.180" v="96"/>
        <pc:sldMkLst>
          <pc:docMk/>
          <pc:sldMk cId="0" sldId="5133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33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2844104743" sldId="5134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844104743" sldId="5134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2844104743" sldId="5134"/>
            <ac:graphicFrameMk id="6" creationId="{EB95507E-B7E5-DCF5-8A57-9D5C20ED27B7}"/>
          </ac:graphicFrameMkLst>
        </pc:graphicFrameChg>
      </pc:sldChg>
      <pc:sldChg chg="modSp add">
        <pc:chgData name="Silvia Abbà" userId="5bc4ae0b-dcd0-4bde-86ab-7082dbb59cc4" providerId="ADAL" clId="{4597333B-B55B-4915-BC4D-7A5B55DDDDF6}" dt="2025-02-03T17:23:37.086" v="272"/>
        <pc:sldMkLst>
          <pc:docMk/>
          <pc:sldMk cId="0" sldId="5135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35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23:37.086" v="272"/>
          <ac:graphicFrameMkLst>
            <pc:docMk/>
            <pc:sldMk cId="0" sldId="5135"/>
            <ac:graphicFrameMk id="3" creationId="{33592564-620A-60BF-C59D-6E4D06A44852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27:29.492" v="296" actId="20577"/>
        <pc:sldMkLst>
          <pc:docMk/>
          <pc:sldMk cId="2133176524" sldId="5136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133176524" sldId="5136"/>
            <ac:spMk id="6" creationId="{C9D433E7-9B60-A93B-7D78-525A4C9C731B}"/>
          </ac:spMkLst>
        </pc:spChg>
        <pc:graphicFrameChg chg="mod modGraphic">
          <ac:chgData name="Silvia Abbà" userId="5bc4ae0b-dcd0-4bde-86ab-7082dbb59cc4" providerId="ADAL" clId="{4597333B-B55B-4915-BC4D-7A5B55DDDDF6}" dt="2025-02-03T17:27:29.492" v="296" actId="20577"/>
          <ac:graphicFrameMkLst>
            <pc:docMk/>
            <pc:sldMk cId="2133176524" sldId="5136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23:45.836" v="273" actId="1076"/>
          <ac:picMkLst>
            <pc:docMk/>
            <pc:sldMk cId="2133176524" sldId="5136"/>
            <ac:picMk id="5" creationId="{BEE900AE-71B8-5A6F-A150-FB615A3FDD97}"/>
          </ac:picMkLst>
        </pc:picChg>
        <pc:picChg chg="mod">
          <ac:chgData name="Silvia Abbà" userId="5bc4ae0b-dcd0-4bde-86ab-7082dbb59cc4" providerId="ADAL" clId="{4597333B-B55B-4915-BC4D-7A5B55DDDDF6}" dt="2025-02-03T17:23:45.836" v="273" actId="1076"/>
          <ac:picMkLst>
            <pc:docMk/>
            <pc:sldMk cId="2133176524" sldId="5136"/>
            <ac:picMk id="9" creationId="{EEB5113B-7C29-07AA-9682-79DDA5DA0A46}"/>
          </ac:picMkLst>
        </pc:picChg>
        <pc:picChg chg="mod modCrop">
          <ac:chgData name="Silvia Abbà" userId="5bc4ae0b-dcd0-4bde-86ab-7082dbb59cc4" providerId="ADAL" clId="{4597333B-B55B-4915-BC4D-7A5B55DDDDF6}" dt="2025-02-03T17:24:08.244" v="279" actId="732"/>
          <ac:picMkLst>
            <pc:docMk/>
            <pc:sldMk cId="2133176524" sldId="5136"/>
            <ac:picMk id="11" creationId="{A52658E5-4A54-1E83-B304-4F98042A6C8D}"/>
          </ac:picMkLst>
        </pc:picChg>
      </pc:sldChg>
      <pc:sldChg chg="addSp modSp add mod">
        <pc:chgData name="Silvia Abbà" userId="5bc4ae0b-dcd0-4bde-86ab-7082dbb59cc4" providerId="ADAL" clId="{4597333B-B55B-4915-BC4D-7A5B55DDDDF6}" dt="2025-02-03T17:27:51.742" v="300" actId="20577"/>
        <pc:sldMkLst>
          <pc:docMk/>
          <pc:sldMk cId="1243497980" sldId="5137"/>
        </pc:sldMkLst>
        <pc:spChg chg="mod">
          <ac:chgData name="Silvia Abbà" userId="5bc4ae0b-dcd0-4bde-86ab-7082dbb59cc4" providerId="ADAL" clId="{4597333B-B55B-4915-BC4D-7A5B55DDDDF6}" dt="2025-02-03T17:27:51.742" v="300" actId="20577"/>
          <ac:spMkLst>
            <pc:docMk/>
            <pc:sldMk cId="1243497980" sldId="5137"/>
            <ac:spMk id="2" creationId="{A257FE35-BA07-A733-2EA3-4C9EA4D0E7E2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243497980" sldId="5137"/>
            <ac:spMk id="5" creationId="{B492E02D-D18F-6566-EE6C-4685A111C86D}"/>
          </ac:spMkLst>
        </pc:spChg>
        <pc:picChg chg="add mod">
          <ac:chgData name="Silvia Abbà" userId="5bc4ae0b-dcd0-4bde-86ab-7082dbb59cc4" providerId="ADAL" clId="{4597333B-B55B-4915-BC4D-7A5B55DDDDF6}" dt="2025-02-03T17:11:49.674" v="136"/>
          <ac:picMkLst>
            <pc:docMk/>
            <pc:sldMk cId="1243497980" sldId="5137"/>
            <ac:picMk id="3" creationId="{ACEB672B-C1B7-7120-BF2E-82A7021EA2D7}"/>
          </ac:picMkLst>
        </pc:picChg>
        <pc:picChg chg="mod">
          <ac:chgData name="Silvia Abbà" userId="5bc4ae0b-dcd0-4bde-86ab-7082dbb59cc4" providerId="ADAL" clId="{4597333B-B55B-4915-BC4D-7A5B55DDDDF6}" dt="2025-02-03T17:11:56.366" v="137" actId="1076"/>
          <ac:picMkLst>
            <pc:docMk/>
            <pc:sldMk cId="1243497980" sldId="5137"/>
            <ac:picMk id="4" creationId="{10CB2729-C787-786C-9F2A-B5863CD56FE7}"/>
          </ac:picMkLst>
        </pc:picChg>
      </pc:sldChg>
      <pc:sldChg chg="modSp add mod">
        <pc:chgData name="Silvia Abbà" userId="5bc4ae0b-dcd0-4bde-86ab-7082dbb59cc4" providerId="ADAL" clId="{4597333B-B55B-4915-BC4D-7A5B55DDDDF6}" dt="2025-02-03T17:28:00.034" v="303" actId="20577"/>
        <pc:sldMkLst>
          <pc:docMk/>
          <pc:sldMk cId="0" sldId="5138"/>
        </pc:sldMkLst>
        <pc:spChg chg="mod">
          <ac:chgData name="Silvia Abbà" userId="5bc4ae0b-dcd0-4bde-86ab-7082dbb59cc4" providerId="ADAL" clId="{4597333B-B55B-4915-BC4D-7A5B55DDDDF6}" dt="2025-02-03T17:28:00.034" v="303" actId="20577"/>
          <ac:spMkLst>
            <pc:docMk/>
            <pc:sldMk cId="0" sldId="5138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38"/>
            <ac:spMk id="9" creationId="{4064B492-2663-4CDD-9EAC-D72D8797A277}"/>
          </ac:spMkLst>
        </pc:spChg>
      </pc:sldChg>
      <pc:sldChg chg="modSp add mod">
        <pc:chgData name="Silvia Abbà" userId="5bc4ae0b-dcd0-4bde-86ab-7082dbb59cc4" providerId="ADAL" clId="{4597333B-B55B-4915-BC4D-7A5B55DDDDF6}" dt="2025-02-03T17:28:05.430" v="304" actId="20577"/>
        <pc:sldMkLst>
          <pc:docMk/>
          <pc:sldMk cId="405057618" sldId="5139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405057618" sldId="5139"/>
            <ac:spMk id="5" creationId="{1B33FB10-B024-786B-6AAC-31FF86EE2819}"/>
          </ac:spMkLst>
        </pc:spChg>
        <pc:spChg chg="mod">
          <ac:chgData name="Silvia Abbà" userId="5bc4ae0b-dcd0-4bde-86ab-7082dbb59cc4" providerId="ADAL" clId="{4597333B-B55B-4915-BC4D-7A5B55DDDDF6}" dt="2025-02-03T17:28:05.430" v="304" actId="20577"/>
          <ac:spMkLst>
            <pc:docMk/>
            <pc:sldMk cId="405057618" sldId="5139"/>
            <ac:spMk id="14" creationId="{556FF31B-2A02-6CFC-31D0-AC5C4465F03D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405057618" sldId="5139"/>
            <ac:graphicFrameMk id="6" creationId="{68EDA379-2714-70DF-2103-B524B1B47908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29:35.317" v="323" actId="14100"/>
        <pc:sldMkLst>
          <pc:docMk/>
          <pc:sldMk cId="0" sldId="5140"/>
        </pc:sldMkLst>
        <pc:spChg chg="mod">
          <ac:chgData name="Silvia Abbà" userId="5bc4ae0b-dcd0-4bde-86ab-7082dbb59cc4" providerId="ADAL" clId="{4597333B-B55B-4915-BC4D-7A5B55DDDDF6}" dt="2025-02-03T17:28:16.477" v="309" actId="5793"/>
          <ac:spMkLst>
            <pc:docMk/>
            <pc:sldMk cId="0" sldId="5140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40"/>
            <ac:spMk id="7" creationId="{E046816C-7E10-9BF9-B679-F94B08173534}"/>
          </ac:spMkLst>
        </pc:spChg>
        <pc:spChg chg="mod">
          <ac:chgData name="Silvia Abbà" userId="5bc4ae0b-dcd0-4bde-86ab-7082dbb59cc4" providerId="ADAL" clId="{4597333B-B55B-4915-BC4D-7A5B55DDDDF6}" dt="2025-02-03T17:29:35.317" v="323" actId="14100"/>
          <ac:spMkLst>
            <pc:docMk/>
            <pc:sldMk cId="0" sldId="5140"/>
            <ac:spMk id="11" creationId="{F36CB77D-165B-438C-8936-01011ADC7567}"/>
          </ac:spMkLst>
        </pc:spChg>
        <pc:spChg chg="mod">
          <ac:chgData name="Silvia Abbà" userId="5bc4ae0b-dcd0-4bde-86ab-7082dbb59cc4" providerId="ADAL" clId="{4597333B-B55B-4915-BC4D-7A5B55DDDDF6}" dt="2025-02-03T17:29:15.715" v="318" actId="1076"/>
          <ac:spMkLst>
            <pc:docMk/>
            <pc:sldMk cId="0" sldId="5140"/>
            <ac:spMk id="12" creationId="{4436FA7C-F824-406A-8609-CE53921D8E7A}"/>
          </ac:spMkLst>
        </pc:spChg>
        <pc:graphicFrameChg chg="mod modGraphic">
          <ac:chgData name="Silvia Abbà" userId="5bc4ae0b-dcd0-4bde-86ab-7082dbb59cc4" providerId="ADAL" clId="{4597333B-B55B-4915-BC4D-7A5B55DDDDF6}" dt="2025-02-03T17:28:27.891" v="311" actId="20577"/>
          <ac:graphicFrameMkLst>
            <pc:docMk/>
            <pc:sldMk cId="0" sldId="5140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28:57.435" v="316" actId="1076"/>
          <ac:graphicFrameMkLst>
            <pc:docMk/>
            <pc:sldMk cId="0" sldId="5140"/>
            <ac:graphicFrameMk id="8" creationId="{065792D1-3169-9994-BCAE-AA8D673F1BBA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30:11.490" v="331"/>
        <pc:sldMkLst>
          <pc:docMk/>
          <pc:sldMk cId="1418060060" sldId="5141"/>
        </pc:sldMkLst>
        <pc:spChg chg="mod">
          <ac:chgData name="Silvia Abbà" userId="5bc4ae0b-dcd0-4bde-86ab-7082dbb59cc4" providerId="ADAL" clId="{4597333B-B55B-4915-BC4D-7A5B55DDDDF6}" dt="2025-02-03T17:29:52.038" v="326" actId="20577"/>
          <ac:spMkLst>
            <pc:docMk/>
            <pc:sldMk cId="1418060060" sldId="5141"/>
            <ac:spMk id="2" creationId="{07242849-8178-DF25-7A32-B3EC5A95E5CE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418060060" sldId="5141"/>
            <ac:spMk id="6" creationId="{C9D433E7-9B60-A93B-7D78-525A4C9C731B}"/>
          </ac:spMkLst>
        </pc:spChg>
        <pc:graphicFrameChg chg="mod modGraphic">
          <ac:chgData name="Silvia Abbà" userId="5bc4ae0b-dcd0-4bde-86ab-7082dbb59cc4" providerId="ADAL" clId="{4597333B-B55B-4915-BC4D-7A5B55DDDDF6}" dt="2025-02-03T17:30:04.478" v="329" actId="20577"/>
          <ac:graphicFrameMkLst>
            <pc:docMk/>
            <pc:sldMk cId="1418060060" sldId="5141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29:45.372" v="324" actId="1076"/>
          <ac:picMkLst>
            <pc:docMk/>
            <pc:sldMk cId="1418060060" sldId="5141"/>
            <ac:picMk id="5" creationId="{1CE12971-49A2-DD1B-8D58-3932E77FB08E}"/>
          </ac:picMkLst>
        </pc:picChg>
        <pc:picChg chg="mod">
          <ac:chgData name="Silvia Abbà" userId="5bc4ae0b-dcd0-4bde-86ab-7082dbb59cc4" providerId="ADAL" clId="{4597333B-B55B-4915-BC4D-7A5B55DDDDF6}" dt="2025-02-03T17:29:45.372" v="324" actId="1076"/>
          <ac:picMkLst>
            <pc:docMk/>
            <pc:sldMk cId="1418060060" sldId="5141"/>
            <ac:picMk id="9" creationId="{39A995B8-41BF-3696-9E4E-D7A506737951}"/>
          </ac:picMkLst>
        </pc:picChg>
        <pc:picChg chg="mod">
          <ac:chgData name="Silvia Abbà" userId="5bc4ae0b-dcd0-4bde-86ab-7082dbb59cc4" providerId="ADAL" clId="{4597333B-B55B-4915-BC4D-7A5B55DDDDF6}" dt="2025-02-03T17:29:45.372" v="324" actId="1076"/>
          <ac:picMkLst>
            <pc:docMk/>
            <pc:sldMk cId="1418060060" sldId="5141"/>
            <ac:picMk id="11" creationId="{B1EEB02D-3560-2283-D325-EAE6277221A6}"/>
          </ac:picMkLst>
        </pc:picChg>
      </pc:sldChg>
      <pc:sldChg chg="modSp add mod">
        <pc:chgData name="Silvia Abbà" userId="5bc4ae0b-dcd0-4bde-86ab-7082dbb59cc4" providerId="ADAL" clId="{4597333B-B55B-4915-BC4D-7A5B55DDDDF6}" dt="2025-02-03T17:30:19.706" v="333" actId="20577"/>
        <pc:sldMkLst>
          <pc:docMk/>
          <pc:sldMk cId="4044267450" sldId="5142"/>
        </pc:sldMkLst>
        <pc:spChg chg="mod">
          <ac:chgData name="Silvia Abbà" userId="5bc4ae0b-dcd0-4bde-86ab-7082dbb59cc4" providerId="ADAL" clId="{4597333B-B55B-4915-BC4D-7A5B55DDDDF6}" dt="2025-02-03T17:30:19.706" v="333" actId="20577"/>
          <ac:spMkLst>
            <pc:docMk/>
            <pc:sldMk cId="4044267450" sldId="5142"/>
            <ac:spMk id="2" creationId="{A257FE35-BA07-A733-2EA3-4C9EA4D0E7E2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4044267450" sldId="5142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7:30:16.436" v="332" actId="1076"/>
          <ac:picMkLst>
            <pc:docMk/>
            <pc:sldMk cId="4044267450" sldId="5142"/>
            <ac:picMk id="4" creationId="{10D26719-0458-8CA1-7503-A6622EAB6EFB}"/>
          </ac:picMkLst>
        </pc:picChg>
      </pc:sldChg>
      <pc:sldChg chg="modSp add mod">
        <pc:chgData name="Silvia Abbà" userId="5bc4ae0b-dcd0-4bde-86ab-7082dbb59cc4" providerId="ADAL" clId="{4597333B-B55B-4915-BC4D-7A5B55DDDDF6}" dt="2025-02-03T17:30:24.483" v="335" actId="5793"/>
        <pc:sldMkLst>
          <pc:docMk/>
          <pc:sldMk cId="0" sldId="5143"/>
        </pc:sldMkLst>
        <pc:spChg chg="mod">
          <ac:chgData name="Silvia Abbà" userId="5bc4ae0b-dcd0-4bde-86ab-7082dbb59cc4" providerId="ADAL" clId="{4597333B-B55B-4915-BC4D-7A5B55DDDDF6}" dt="2025-02-03T17:30:24.483" v="335" actId="5793"/>
          <ac:spMkLst>
            <pc:docMk/>
            <pc:sldMk cId="0" sldId="5143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43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2862356755" sldId="5144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862356755" sldId="5144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2862356755" sldId="5144"/>
            <ac:graphicFrameMk id="6" creationId="{BC2C8EE4-4605-4B17-E8AC-FD688D55F6DE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32:01.384" v="374"/>
        <pc:sldMkLst>
          <pc:docMk/>
          <pc:sldMk cId="0" sldId="5145"/>
        </pc:sldMkLst>
        <pc:spChg chg="mod">
          <ac:chgData name="Silvia Abbà" userId="5bc4ae0b-dcd0-4bde-86ab-7082dbb59cc4" providerId="ADAL" clId="{4597333B-B55B-4915-BC4D-7A5B55DDDDF6}" dt="2025-02-03T17:30:31.549" v="337" actId="5793"/>
          <ac:spMkLst>
            <pc:docMk/>
            <pc:sldMk cId="0" sldId="5145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45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30:45.202" v="338"/>
          <ac:graphicFrameMkLst>
            <pc:docMk/>
            <pc:sldMk cId="0" sldId="5145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32:01.384" v="374"/>
          <ac:graphicFrameMkLst>
            <pc:docMk/>
            <pc:sldMk cId="0" sldId="5145"/>
            <ac:graphicFrameMk id="8" creationId="{2F25178E-E667-9441-2DC9-215F404FC553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32:36.329" v="381"/>
        <pc:sldMkLst>
          <pc:docMk/>
          <pc:sldMk cId="569554066" sldId="5146"/>
        </pc:sldMkLst>
        <pc:spChg chg="mod">
          <ac:chgData name="Silvia Abbà" userId="5bc4ae0b-dcd0-4bde-86ab-7082dbb59cc4" providerId="ADAL" clId="{4597333B-B55B-4915-BC4D-7A5B55DDDDF6}" dt="2025-02-03T17:32:09.822" v="376" actId="5793"/>
          <ac:spMkLst>
            <pc:docMk/>
            <pc:sldMk cId="569554066" sldId="5146"/>
            <ac:spMk id="2" creationId="{07242849-8178-DF25-7A32-B3EC5A95E5CE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569554066" sldId="5146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32:14.155" v="377" actId="20577"/>
          <ac:graphicFrameMkLst>
            <pc:docMk/>
            <pc:sldMk cId="569554066" sldId="5146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32:20.427" v="378" actId="1076"/>
          <ac:picMkLst>
            <pc:docMk/>
            <pc:sldMk cId="569554066" sldId="5146"/>
            <ac:picMk id="5" creationId="{4CCDF4A3-DAD8-061F-4E4B-DC9B0B7B22D6}"/>
          </ac:picMkLst>
        </pc:picChg>
        <pc:picChg chg="mod">
          <ac:chgData name="Silvia Abbà" userId="5bc4ae0b-dcd0-4bde-86ab-7082dbb59cc4" providerId="ADAL" clId="{4597333B-B55B-4915-BC4D-7A5B55DDDDF6}" dt="2025-02-03T17:32:20.427" v="378" actId="1076"/>
          <ac:picMkLst>
            <pc:docMk/>
            <pc:sldMk cId="569554066" sldId="5146"/>
            <ac:picMk id="9" creationId="{38187978-7AB8-DEC1-F043-222955D91E83}"/>
          </ac:picMkLst>
        </pc:picChg>
        <pc:picChg chg="mod modCrop">
          <ac:chgData name="Silvia Abbà" userId="5bc4ae0b-dcd0-4bde-86ab-7082dbb59cc4" providerId="ADAL" clId="{4597333B-B55B-4915-BC4D-7A5B55DDDDF6}" dt="2025-02-03T17:32:29.700" v="379" actId="732"/>
          <ac:picMkLst>
            <pc:docMk/>
            <pc:sldMk cId="569554066" sldId="5146"/>
            <ac:picMk id="11" creationId="{D9252E1E-E39F-69A4-98B3-ADB33AC16150}"/>
          </ac:picMkLst>
        </pc:picChg>
      </pc:sldChg>
      <pc:sldChg chg="modSp add mod">
        <pc:chgData name="Silvia Abbà" userId="5bc4ae0b-dcd0-4bde-86ab-7082dbb59cc4" providerId="ADAL" clId="{4597333B-B55B-4915-BC4D-7A5B55DDDDF6}" dt="2025-02-03T17:32:44.180" v="382" actId="1076"/>
        <pc:sldMkLst>
          <pc:docMk/>
          <pc:sldMk cId="1370095986" sldId="5147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370095986" sldId="5147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7:32:44.180" v="382" actId="1076"/>
          <ac:picMkLst>
            <pc:docMk/>
            <pc:sldMk cId="1370095986" sldId="5147"/>
            <ac:picMk id="4" creationId="{7395AA1A-2375-AE88-841C-2883BEB1C976}"/>
          </ac:picMkLst>
        </pc:picChg>
      </pc:sldChg>
      <pc:sldChg chg="modSp add mod">
        <pc:chgData name="Silvia Abbà" userId="5bc4ae0b-dcd0-4bde-86ab-7082dbb59cc4" providerId="ADAL" clId="{4597333B-B55B-4915-BC4D-7A5B55DDDDF6}" dt="2025-02-03T17:32:50.330" v="384" actId="5793"/>
        <pc:sldMkLst>
          <pc:docMk/>
          <pc:sldMk cId="0" sldId="5148"/>
        </pc:sldMkLst>
        <pc:spChg chg="mod">
          <ac:chgData name="Silvia Abbà" userId="5bc4ae0b-dcd0-4bde-86ab-7082dbb59cc4" providerId="ADAL" clId="{4597333B-B55B-4915-BC4D-7A5B55DDDDF6}" dt="2025-02-03T17:32:50.330" v="384" actId="5793"/>
          <ac:spMkLst>
            <pc:docMk/>
            <pc:sldMk cId="0" sldId="5148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48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3279846489" sldId="5149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279846489" sldId="5149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3279846489" sldId="5149"/>
            <ac:graphicFrameMk id="6" creationId="{73A7CAD8-0CF2-8BFD-AA95-A4A2096CFDF7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33:55.113" v="396" actId="14100"/>
        <pc:sldMkLst>
          <pc:docMk/>
          <pc:sldMk cId="0" sldId="5150"/>
        </pc:sldMkLst>
        <pc:spChg chg="mod">
          <ac:chgData name="Silvia Abbà" userId="5bc4ae0b-dcd0-4bde-86ab-7082dbb59cc4" providerId="ADAL" clId="{4597333B-B55B-4915-BC4D-7A5B55DDDDF6}" dt="2025-02-03T17:32:58.003" v="386" actId="5793"/>
          <ac:spMkLst>
            <pc:docMk/>
            <pc:sldMk cId="0" sldId="5150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50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33:06.657" v="387"/>
          <ac:graphicFrameMkLst>
            <pc:docMk/>
            <pc:sldMk cId="0" sldId="5150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33:55.113" v="396" actId="14100"/>
          <ac:graphicFrameMkLst>
            <pc:docMk/>
            <pc:sldMk cId="0" sldId="5150"/>
            <ac:graphicFrameMk id="8" creationId="{D4083615-3C55-BA15-8B05-F2C85E4B48A6}"/>
          </ac:graphicFrameMkLst>
        </pc:graphicFrameChg>
      </pc:sldChg>
      <pc:sldChg chg="addSp delSp modSp add mod ord">
        <pc:chgData name="Silvia Abbà" userId="5bc4ae0b-dcd0-4bde-86ab-7082dbb59cc4" providerId="ADAL" clId="{4597333B-B55B-4915-BC4D-7A5B55DDDDF6}" dt="2025-02-03T17:35:03.946" v="418"/>
        <pc:sldMkLst>
          <pc:docMk/>
          <pc:sldMk cId="1781096639" sldId="5151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781096639" sldId="5151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34:54.003" v="416" actId="20577"/>
          <ac:graphicFrameMkLst>
            <pc:docMk/>
            <pc:sldMk cId="1781096639" sldId="5151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34:13.676" v="399" actId="1076"/>
          <ac:picMkLst>
            <pc:docMk/>
            <pc:sldMk cId="1781096639" sldId="5151"/>
            <ac:picMk id="5" creationId="{55074EA3-A140-0936-2FFF-A6ED8AAAA247}"/>
          </ac:picMkLst>
        </pc:picChg>
        <pc:picChg chg="mod">
          <ac:chgData name="Silvia Abbà" userId="5bc4ae0b-dcd0-4bde-86ab-7082dbb59cc4" providerId="ADAL" clId="{4597333B-B55B-4915-BC4D-7A5B55DDDDF6}" dt="2025-02-03T17:34:13.676" v="399" actId="1076"/>
          <ac:picMkLst>
            <pc:docMk/>
            <pc:sldMk cId="1781096639" sldId="5151"/>
            <ac:picMk id="9" creationId="{DFAE5B6F-618C-1F40-ED68-079E6EF0A260}"/>
          </ac:picMkLst>
        </pc:picChg>
        <pc:picChg chg="mod modCrop">
          <ac:chgData name="Silvia Abbà" userId="5bc4ae0b-dcd0-4bde-86ab-7082dbb59cc4" providerId="ADAL" clId="{4597333B-B55B-4915-BC4D-7A5B55DDDDF6}" dt="2025-02-03T17:34:41.704" v="412" actId="1037"/>
          <ac:picMkLst>
            <pc:docMk/>
            <pc:sldMk cId="1781096639" sldId="5151"/>
            <ac:picMk id="11" creationId="{97DD6AA5-A44B-5A17-4D78-2273D62CE2E1}"/>
          </ac:picMkLst>
        </pc:picChg>
      </pc:sldChg>
      <pc:sldChg chg="addSp modSp add mod">
        <pc:chgData name="Silvia Abbà" userId="5bc4ae0b-dcd0-4bde-86ab-7082dbb59cc4" providerId="ADAL" clId="{4597333B-B55B-4915-BC4D-7A5B55DDDDF6}" dt="2025-02-03T17:40:32.867" v="483" actId="1076"/>
        <pc:sldMkLst>
          <pc:docMk/>
          <pc:sldMk cId="2678517001" sldId="5152"/>
        </pc:sldMkLst>
        <pc:spChg chg="mod">
          <ac:chgData name="Silvia Abbà" userId="5bc4ae0b-dcd0-4bde-86ab-7082dbb59cc4" providerId="ADAL" clId="{4597333B-B55B-4915-BC4D-7A5B55DDDDF6}" dt="2025-02-03T17:35:17.716" v="420" actId="20577"/>
          <ac:spMkLst>
            <pc:docMk/>
            <pc:sldMk cId="2678517001" sldId="5152"/>
            <ac:spMk id="2" creationId="{A257FE35-BA07-A733-2EA3-4C9EA4D0E7E2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678517001" sldId="5152"/>
            <ac:spMk id="5" creationId="{B492E02D-D18F-6566-EE6C-4685A111C86D}"/>
          </ac:spMkLst>
        </pc:spChg>
        <pc:picChg chg="add mod">
          <ac:chgData name="Silvia Abbà" userId="5bc4ae0b-dcd0-4bde-86ab-7082dbb59cc4" providerId="ADAL" clId="{4597333B-B55B-4915-BC4D-7A5B55DDDDF6}" dt="2025-02-03T17:40:32.867" v="483" actId="1076"/>
          <ac:picMkLst>
            <pc:docMk/>
            <pc:sldMk cId="2678517001" sldId="5152"/>
            <ac:picMk id="3" creationId="{97360C41-2DF3-85C6-CEE1-164B3CAB1117}"/>
          </ac:picMkLst>
        </pc:picChg>
        <pc:picChg chg="mod">
          <ac:chgData name="Silvia Abbà" userId="5bc4ae0b-dcd0-4bde-86ab-7082dbb59cc4" providerId="ADAL" clId="{4597333B-B55B-4915-BC4D-7A5B55DDDDF6}" dt="2025-02-03T17:35:23.603" v="421" actId="1076"/>
          <ac:picMkLst>
            <pc:docMk/>
            <pc:sldMk cId="2678517001" sldId="5152"/>
            <ac:picMk id="4" creationId="{0188A130-6AF1-BBA9-B8DE-66CBDC00997B}"/>
          </ac:picMkLst>
        </pc:picChg>
      </pc:sldChg>
      <pc:sldChg chg="modSp add mod">
        <pc:chgData name="Silvia Abbà" userId="5bc4ae0b-dcd0-4bde-86ab-7082dbb59cc4" providerId="ADAL" clId="{4597333B-B55B-4915-BC4D-7A5B55DDDDF6}" dt="2025-02-03T17:35:27.602" v="423" actId="5793"/>
        <pc:sldMkLst>
          <pc:docMk/>
          <pc:sldMk cId="0" sldId="5153"/>
        </pc:sldMkLst>
        <pc:spChg chg="mod">
          <ac:chgData name="Silvia Abbà" userId="5bc4ae0b-dcd0-4bde-86ab-7082dbb59cc4" providerId="ADAL" clId="{4597333B-B55B-4915-BC4D-7A5B55DDDDF6}" dt="2025-02-03T17:35:27.602" v="423" actId="5793"/>
          <ac:spMkLst>
            <pc:docMk/>
            <pc:sldMk cId="0" sldId="5153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53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3822995385" sldId="5154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822995385" sldId="5154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3822995385" sldId="5154"/>
            <ac:graphicFrameMk id="6" creationId="{5E726A03-90BF-34E1-7A46-D03B5F31CA65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36:51.506" v="464" actId="14100"/>
        <pc:sldMkLst>
          <pc:docMk/>
          <pc:sldMk cId="0" sldId="5155"/>
        </pc:sldMkLst>
        <pc:spChg chg="mod">
          <ac:chgData name="Silvia Abbà" userId="5bc4ae0b-dcd0-4bde-86ab-7082dbb59cc4" providerId="ADAL" clId="{4597333B-B55B-4915-BC4D-7A5B55DDDDF6}" dt="2025-02-03T17:35:50.619" v="427" actId="5793"/>
          <ac:spMkLst>
            <pc:docMk/>
            <pc:sldMk cId="0" sldId="5155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55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35:45.060" v="425"/>
          <ac:graphicFrameMkLst>
            <pc:docMk/>
            <pc:sldMk cId="0" sldId="5155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36:51.506" v="464" actId="14100"/>
          <ac:graphicFrameMkLst>
            <pc:docMk/>
            <pc:sldMk cId="0" sldId="5155"/>
            <ac:graphicFrameMk id="8" creationId="{095E401A-6CE2-17DD-2D16-F684EDAB10E6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37:49.209" v="480"/>
        <pc:sldMkLst>
          <pc:docMk/>
          <pc:sldMk cId="3874029585" sldId="5156"/>
        </pc:sldMkLst>
        <pc:spChg chg="mod">
          <ac:chgData name="Silvia Abbà" userId="5bc4ae0b-dcd0-4bde-86ab-7082dbb59cc4" providerId="ADAL" clId="{4597333B-B55B-4915-BC4D-7A5B55DDDDF6}" dt="2025-02-03T17:37:39.758" v="477" actId="5793"/>
          <ac:spMkLst>
            <pc:docMk/>
            <pc:sldMk cId="3874029585" sldId="5156"/>
            <ac:spMk id="2" creationId="{07242849-8178-DF25-7A32-B3EC5A95E5CE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874029585" sldId="5156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37:45.037" v="478" actId="6549"/>
          <ac:graphicFrameMkLst>
            <pc:docMk/>
            <pc:sldMk cId="3874029585" sldId="5156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37:03.163" v="465" actId="1076"/>
          <ac:picMkLst>
            <pc:docMk/>
            <pc:sldMk cId="3874029585" sldId="5156"/>
            <ac:picMk id="5" creationId="{1669DE33-FCAF-94AD-49F6-D3C612EB0AF8}"/>
          </ac:picMkLst>
        </pc:picChg>
        <pc:picChg chg="mod">
          <ac:chgData name="Silvia Abbà" userId="5bc4ae0b-dcd0-4bde-86ab-7082dbb59cc4" providerId="ADAL" clId="{4597333B-B55B-4915-BC4D-7A5B55DDDDF6}" dt="2025-02-03T17:37:03.163" v="465" actId="1076"/>
          <ac:picMkLst>
            <pc:docMk/>
            <pc:sldMk cId="3874029585" sldId="5156"/>
            <ac:picMk id="9" creationId="{27354FF7-FBD5-0140-5EAA-2084A9619801}"/>
          </ac:picMkLst>
        </pc:picChg>
        <pc:picChg chg="mod modCrop">
          <ac:chgData name="Silvia Abbà" userId="5bc4ae0b-dcd0-4bde-86ab-7082dbb59cc4" providerId="ADAL" clId="{4597333B-B55B-4915-BC4D-7A5B55DDDDF6}" dt="2025-02-03T17:37:32.668" v="474" actId="14100"/>
          <ac:picMkLst>
            <pc:docMk/>
            <pc:sldMk cId="3874029585" sldId="5156"/>
            <ac:picMk id="11" creationId="{9F1C7346-ECC5-BAB7-0FDD-07DEA7B4D6C4}"/>
          </ac:picMkLst>
        </pc:picChg>
      </pc:sldChg>
      <pc:sldChg chg="modSp add mod">
        <pc:chgData name="Silvia Abbà" userId="5bc4ae0b-dcd0-4bde-86ab-7082dbb59cc4" providerId="ADAL" clId="{4597333B-B55B-4915-BC4D-7A5B55DDDDF6}" dt="2025-02-03T17:05:38.180" v="96"/>
        <pc:sldMkLst>
          <pc:docMk/>
          <pc:sldMk cId="1443443969" sldId="5157"/>
        </pc:sldMkLst>
        <pc:spChg chg="mod">
          <ac:chgData name="Silvia Abbà" userId="5bc4ae0b-dcd0-4bde-86ab-7082dbb59cc4" providerId="ADAL" clId="{4597333B-B55B-4915-BC4D-7A5B55DDDDF6}" dt="2025-02-03T11:44:04.398" v="79" actId="20577"/>
          <ac:spMkLst>
            <pc:docMk/>
            <pc:sldMk cId="1443443969" sldId="5157"/>
            <ac:spMk id="2" creationId="{A257FE35-BA07-A733-2EA3-4C9EA4D0E7E2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443443969" sldId="5157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1:44:02.038" v="78" actId="1076"/>
          <ac:picMkLst>
            <pc:docMk/>
            <pc:sldMk cId="1443443969" sldId="5157"/>
            <ac:picMk id="4" creationId="{B979D0E1-C5FB-F112-BAF7-68372AF3A406}"/>
          </ac:picMkLst>
        </pc:picChg>
      </pc:sldChg>
      <pc:sldChg chg="modSp add mod">
        <pc:chgData name="Silvia Abbà" userId="5bc4ae0b-dcd0-4bde-86ab-7082dbb59cc4" providerId="ADAL" clId="{4597333B-B55B-4915-BC4D-7A5B55DDDDF6}" dt="2025-02-03T17:40:59.805" v="485" actId="5793"/>
        <pc:sldMkLst>
          <pc:docMk/>
          <pc:sldMk cId="0" sldId="5158"/>
        </pc:sldMkLst>
        <pc:spChg chg="mod">
          <ac:chgData name="Silvia Abbà" userId="5bc4ae0b-dcd0-4bde-86ab-7082dbb59cc4" providerId="ADAL" clId="{4597333B-B55B-4915-BC4D-7A5B55DDDDF6}" dt="2025-02-03T17:40:59.805" v="485" actId="5793"/>
          <ac:spMkLst>
            <pc:docMk/>
            <pc:sldMk cId="0" sldId="5158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58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3543618397" sldId="5159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543618397" sldId="5159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3543618397" sldId="5159"/>
            <ac:graphicFrameMk id="6" creationId="{2E4F9CE4-7B7A-03BA-D4B7-A1E3850CAB0F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42:17.192" v="524"/>
        <pc:sldMkLst>
          <pc:docMk/>
          <pc:sldMk cId="0" sldId="5160"/>
        </pc:sldMkLst>
        <pc:spChg chg="mod">
          <ac:chgData name="Silvia Abbà" userId="5bc4ae0b-dcd0-4bde-86ab-7082dbb59cc4" providerId="ADAL" clId="{4597333B-B55B-4915-BC4D-7A5B55DDDDF6}" dt="2025-02-03T17:41:05.271" v="487" actId="5793"/>
          <ac:spMkLst>
            <pc:docMk/>
            <pc:sldMk cId="0" sldId="5160"/>
            <ac:spMk id="6" creationId="{AAE80224-E421-DECF-32B2-ECD44F844693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60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41:21.249" v="489"/>
          <ac:graphicFrameMkLst>
            <pc:docMk/>
            <pc:sldMk cId="0" sldId="5160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42:17.192" v="524"/>
          <ac:graphicFrameMkLst>
            <pc:docMk/>
            <pc:sldMk cId="0" sldId="5160"/>
            <ac:graphicFrameMk id="8" creationId="{AD09A72C-E58A-DC8F-AD07-E2987EEE34AF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43:31.276" v="547" actId="5793"/>
        <pc:sldMkLst>
          <pc:docMk/>
          <pc:sldMk cId="216735936" sldId="5161"/>
        </pc:sldMkLst>
        <pc:spChg chg="mod">
          <ac:chgData name="Silvia Abbà" userId="5bc4ae0b-dcd0-4bde-86ab-7082dbb59cc4" providerId="ADAL" clId="{4597333B-B55B-4915-BC4D-7A5B55DDDDF6}" dt="2025-02-03T17:43:31.276" v="547" actId="5793"/>
          <ac:spMkLst>
            <pc:docMk/>
            <pc:sldMk cId="216735936" sldId="5161"/>
            <ac:spMk id="2" creationId="{07242849-8178-DF25-7A32-B3EC5A95E5CE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16735936" sldId="5161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43:01.528" v="543" actId="20577"/>
          <ac:graphicFrameMkLst>
            <pc:docMk/>
            <pc:sldMk cId="216735936" sldId="5161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42:25.403" v="525" actId="1076"/>
          <ac:picMkLst>
            <pc:docMk/>
            <pc:sldMk cId="216735936" sldId="5161"/>
            <ac:picMk id="5" creationId="{E3D126E2-C366-2688-32B8-A985E8F94A90}"/>
          </ac:picMkLst>
        </pc:picChg>
        <pc:picChg chg="mod">
          <ac:chgData name="Silvia Abbà" userId="5bc4ae0b-dcd0-4bde-86ab-7082dbb59cc4" providerId="ADAL" clId="{4597333B-B55B-4915-BC4D-7A5B55DDDDF6}" dt="2025-02-03T17:42:25.403" v="525" actId="1076"/>
          <ac:picMkLst>
            <pc:docMk/>
            <pc:sldMk cId="216735936" sldId="5161"/>
            <ac:picMk id="9" creationId="{55880A5E-945F-1ADA-3EB9-965FF8A7A0D8}"/>
          </ac:picMkLst>
        </pc:picChg>
        <pc:picChg chg="mod modCrop">
          <ac:chgData name="Silvia Abbà" userId="5bc4ae0b-dcd0-4bde-86ab-7082dbb59cc4" providerId="ADAL" clId="{4597333B-B55B-4915-BC4D-7A5B55DDDDF6}" dt="2025-02-03T17:42:49.356" v="532" actId="732"/>
          <ac:picMkLst>
            <pc:docMk/>
            <pc:sldMk cId="216735936" sldId="5161"/>
            <ac:picMk id="11" creationId="{B6DE5D66-9E74-07C1-BA04-3DC9CA585D75}"/>
          </ac:picMkLst>
        </pc:picChg>
      </pc:sldChg>
      <pc:sldChg chg="modSp add mod">
        <pc:chgData name="Silvia Abbà" userId="5bc4ae0b-dcd0-4bde-86ab-7082dbb59cc4" providerId="ADAL" clId="{4597333B-B55B-4915-BC4D-7A5B55DDDDF6}" dt="2025-02-03T17:47:47.405" v="548" actId="20577"/>
        <pc:sldMkLst>
          <pc:docMk/>
          <pc:sldMk cId="562689461" sldId="5162"/>
        </pc:sldMkLst>
        <pc:spChg chg="mod">
          <ac:chgData name="Silvia Abbà" userId="5bc4ae0b-dcd0-4bde-86ab-7082dbb59cc4" providerId="ADAL" clId="{4597333B-B55B-4915-BC4D-7A5B55DDDDF6}" dt="2025-02-03T17:47:47.405" v="548" actId="20577"/>
          <ac:spMkLst>
            <pc:docMk/>
            <pc:sldMk cId="562689461" sldId="5162"/>
            <ac:spMk id="2" creationId="{A257FE35-BA07-A733-2EA3-4C9EA4D0E7E2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562689461" sldId="5162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1:43:47.872" v="76" actId="1076"/>
          <ac:picMkLst>
            <pc:docMk/>
            <pc:sldMk cId="562689461" sldId="5162"/>
            <ac:picMk id="4" creationId="{80A2F3BF-80F4-197E-CF7F-E09E3E35019C}"/>
          </ac:picMkLst>
        </pc:picChg>
      </pc:sldChg>
      <pc:sldChg chg="modSp add mod">
        <pc:chgData name="Silvia Abbà" userId="5bc4ae0b-dcd0-4bde-86ab-7082dbb59cc4" providerId="ADAL" clId="{4597333B-B55B-4915-BC4D-7A5B55DDDDF6}" dt="2025-02-03T17:48:00.320" v="552" actId="20577"/>
        <pc:sldMkLst>
          <pc:docMk/>
          <pc:sldMk cId="0" sldId="5163"/>
        </pc:sldMkLst>
        <pc:spChg chg="mod">
          <ac:chgData name="Silvia Abbà" userId="5bc4ae0b-dcd0-4bde-86ab-7082dbb59cc4" providerId="ADAL" clId="{4597333B-B55B-4915-BC4D-7A5B55DDDDF6}" dt="2025-02-03T17:48:00.320" v="552" actId="20577"/>
          <ac:spMkLst>
            <pc:docMk/>
            <pc:sldMk cId="0" sldId="5163"/>
            <ac:spMk id="2" creationId="{E6C513C8-D397-9D2B-002A-3DED905DC246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63"/>
            <ac:spMk id="9" creationId="{4064B492-2663-4CDD-9EAC-D72D8797A277}"/>
          </ac:spMkLst>
        </pc:spChg>
      </pc:sldChg>
      <pc:sldChg chg="modSp add mod">
        <pc:chgData name="Silvia Abbà" userId="5bc4ae0b-dcd0-4bde-86ab-7082dbb59cc4" providerId="ADAL" clId="{4597333B-B55B-4915-BC4D-7A5B55DDDDF6}" dt="2025-02-03T17:48:10.938" v="556" actId="20577"/>
        <pc:sldMkLst>
          <pc:docMk/>
          <pc:sldMk cId="2655308419" sldId="5164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655308419" sldId="5164"/>
            <ac:spMk id="5" creationId="{1B33FB10-B024-786B-6AAC-31FF86EE2819}"/>
          </ac:spMkLst>
        </pc:spChg>
        <pc:spChg chg="mod">
          <ac:chgData name="Silvia Abbà" userId="5bc4ae0b-dcd0-4bde-86ab-7082dbb59cc4" providerId="ADAL" clId="{4597333B-B55B-4915-BC4D-7A5B55DDDDF6}" dt="2025-02-03T17:48:10.938" v="556" actId="20577"/>
          <ac:spMkLst>
            <pc:docMk/>
            <pc:sldMk cId="2655308419" sldId="5164"/>
            <ac:spMk id="14" creationId="{556FF31B-2A02-6CFC-31D0-AC5C4465F03D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2655308419" sldId="5164"/>
            <ac:graphicFrameMk id="6" creationId="{A50D2D3A-9384-4206-0BF8-11070835966C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50:08.244" v="578" actId="1076"/>
        <pc:sldMkLst>
          <pc:docMk/>
          <pc:sldMk cId="0" sldId="5165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65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48:23.265" v="557"/>
          <ac:graphicFrameMkLst>
            <pc:docMk/>
            <pc:sldMk cId="0" sldId="5165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50:08.244" v="578" actId="1076"/>
          <ac:graphicFrameMkLst>
            <pc:docMk/>
            <pc:sldMk cId="0" sldId="5165"/>
            <ac:graphicFrameMk id="8" creationId="{C213901C-0B30-E939-E764-6697047D55EB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50:49.770" v="586"/>
        <pc:sldMkLst>
          <pc:docMk/>
          <pc:sldMk cId="2585766097" sldId="5166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585766097" sldId="5166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50:39.631" v="584" actId="20577"/>
          <ac:graphicFrameMkLst>
            <pc:docMk/>
            <pc:sldMk cId="2585766097" sldId="5166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50:21.411" v="579" actId="1076"/>
          <ac:picMkLst>
            <pc:docMk/>
            <pc:sldMk cId="2585766097" sldId="5166"/>
            <ac:picMk id="5" creationId="{38543475-E151-5915-F3A0-3EF1A4D93F13}"/>
          </ac:picMkLst>
        </pc:picChg>
        <pc:picChg chg="mod">
          <ac:chgData name="Silvia Abbà" userId="5bc4ae0b-dcd0-4bde-86ab-7082dbb59cc4" providerId="ADAL" clId="{4597333B-B55B-4915-BC4D-7A5B55DDDDF6}" dt="2025-02-03T17:50:21.411" v="579" actId="1076"/>
          <ac:picMkLst>
            <pc:docMk/>
            <pc:sldMk cId="2585766097" sldId="5166"/>
            <ac:picMk id="9" creationId="{3CF91D16-01BC-F27D-39F8-72E5F249FD32}"/>
          </ac:picMkLst>
        </pc:picChg>
        <pc:picChg chg="mod modCrop">
          <ac:chgData name="Silvia Abbà" userId="5bc4ae0b-dcd0-4bde-86ab-7082dbb59cc4" providerId="ADAL" clId="{4597333B-B55B-4915-BC4D-7A5B55DDDDF6}" dt="2025-02-03T17:50:33.619" v="582" actId="1076"/>
          <ac:picMkLst>
            <pc:docMk/>
            <pc:sldMk cId="2585766097" sldId="5166"/>
            <ac:picMk id="11" creationId="{6EF3098B-D0B4-D20F-443F-060F69D21F51}"/>
          </ac:picMkLst>
        </pc:picChg>
      </pc:sldChg>
      <pc:sldChg chg="modSp add mod">
        <pc:chgData name="Silvia Abbà" userId="5bc4ae0b-dcd0-4bde-86ab-7082dbb59cc4" providerId="ADAL" clId="{4597333B-B55B-4915-BC4D-7A5B55DDDDF6}" dt="2025-02-03T17:50:57.811" v="587" actId="1076"/>
        <pc:sldMkLst>
          <pc:docMk/>
          <pc:sldMk cId="2123709588" sldId="5167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123709588" sldId="5167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7:50:57.811" v="587" actId="1076"/>
          <ac:picMkLst>
            <pc:docMk/>
            <pc:sldMk cId="2123709588" sldId="5167"/>
            <ac:picMk id="4" creationId="{EC9513A0-92AC-E2CE-7FAE-28A5C668B684}"/>
          </ac:picMkLst>
        </pc:picChg>
      </pc:sldChg>
      <pc:sldChg chg="modSp add">
        <pc:chgData name="Silvia Abbà" userId="5bc4ae0b-dcd0-4bde-86ab-7082dbb59cc4" providerId="ADAL" clId="{4597333B-B55B-4915-BC4D-7A5B55DDDDF6}" dt="2025-02-03T17:05:38.180" v="96"/>
        <pc:sldMkLst>
          <pc:docMk/>
          <pc:sldMk cId="0" sldId="5168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68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349061398" sldId="5169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49061398" sldId="5169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349061398" sldId="5169"/>
            <ac:graphicFrameMk id="6" creationId="{44035D9C-9EA5-73E2-26C6-B36E66CCE446}"/>
          </ac:graphicFrameMkLst>
        </pc:graphicFrameChg>
      </pc:sldChg>
      <pc:sldChg chg="modSp add">
        <pc:chgData name="Silvia Abbà" userId="5bc4ae0b-dcd0-4bde-86ab-7082dbb59cc4" providerId="ADAL" clId="{4597333B-B55B-4915-BC4D-7A5B55DDDDF6}" dt="2025-02-03T17:51:18.586" v="601"/>
        <pc:sldMkLst>
          <pc:docMk/>
          <pc:sldMk cId="0" sldId="5170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70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51:09.902" v="588"/>
          <ac:graphicFrameMkLst>
            <pc:docMk/>
            <pc:sldMk cId="0" sldId="5170"/>
            <ac:graphicFrameMk id="3" creationId="{33592564-620A-60BF-C59D-6E4D06A44852}"/>
          </ac:graphicFrameMkLst>
        </pc:graphicFrameChg>
        <pc:graphicFrameChg chg="mod">
          <ac:chgData name="Silvia Abbà" userId="5bc4ae0b-dcd0-4bde-86ab-7082dbb59cc4" providerId="ADAL" clId="{4597333B-B55B-4915-BC4D-7A5B55DDDDF6}" dt="2025-02-03T17:51:18.586" v="601"/>
          <ac:graphicFrameMkLst>
            <pc:docMk/>
            <pc:sldMk cId="0" sldId="5170"/>
            <ac:graphicFrameMk id="8" creationId="{F868F1F5-B47E-D57A-6DFE-B0503814852A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53:39.274" v="622"/>
        <pc:sldMkLst>
          <pc:docMk/>
          <pc:sldMk cId="344946653" sldId="5171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44946653" sldId="5171"/>
            <ac:spMk id="6" creationId="{C9D433E7-9B60-A93B-7D78-525A4C9C731B}"/>
          </ac:spMkLst>
        </pc:spChg>
        <pc:graphicFrameChg chg="mod modGraphic">
          <ac:chgData name="Silvia Abbà" userId="5bc4ae0b-dcd0-4bde-86ab-7082dbb59cc4" providerId="ADAL" clId="{4597333B-B55B-4915-BC4D-7A5B55DDDDF6}" dt="2025-02-03T17:53:33.657" v="620"/>
          <ac:graphicFrameMkLst>
            <pc:docMk/>
            <pc:sldMk cId="344946653" sldId="5171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51:29.403" v="602" actId="1076"/>
          <ac:picMkLst>
            <pc:docMk/>
            <pc:sldMk cId="344946653" sldId="5171"/>
            <ac:picMk id="5" creationId="{B3A48D1E-7445-B8FA-0CFB-AE20E8DB986A}"/>
          </ac:picMkLst>
        </pc:picChg>
        <pc:picChg chg="mod">
          <ac:chgData name="Silvia Abbà" userId="5bc4ae0b-dcd0-4bde-86ab-7082dbb59cc4" providerId="ADAL" clId="{4597333B-B55B-4915-BC4D-7A5B55DDDDF6}" dt="2025-02-03T17:51:29.403" v="602" actId="1076"/>
          <ac:picMkLst>
            <pc:docMk/>
            <pc:sldMk cId="344946653" sldId="5171"/>
            <ac:picMk id="9" creationId="{3F44A05C-78F8-62A1-6C17-73C40CF2F924}"/>
          </ac:picMkLst>
        </pc:picChg>
        <pc:picChg chg="mod modCrop">
          <ac:chgData name="Silvia Abbà" userId="5bc4ae0b-dcd0-4bde-86ab-7082dbb59cc4" providerId="ADAL" clId="{4597333B-B55B-4915-BC4D-7A5B55DDDDF6}" dt="2025-02-03T17:51:45.731" v="605" actId="14100"/>
          <ac:picMkLst>
            <pc:docMk/>
            <pc:sldMk cId="344946653" sldId="5171"/>
            <ac:picMk id="11" creationId="{4B047423-A18C-1280-A038-C7586F6E2BE9}"/>
          </ac:picMkLst>
        </pc:picChg>
      </pc:sldChg>
      <pc:sldChg chg="modSp add mod">
        <pc:chgData name="Silvia Abbà" userId="5bc4ae0b-dcd0-4bde-86ab-7082dbb59cc4" providerId="ADAL" clId="{4597333B-B55B-4915-BC4D-7A5B55DDDDF6}" dt="2025-02-03T17:53:57.396" v="627" actId="1076"/>
        <pc:sldMkLst>
          <pc:docMk/>
          <pc:sldMk cId="3759547872" sldId="5172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759547872" sldId="5172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7:53:57.396" v="627" actId="1076"/>
          <ac:picMkLst>
            <pc:docMk/>
            <pc:sldMk cId="3759547872" sldId="5172"/>
            <ac:picMk id="4" creationId="{99650B44-4FD5-325D-25EE-49CAE6477706}"/>
          </ac:picMkLst>
        </pc:picChg>
        <pc:picChg chg="mod">
          <ac:chgData name="Silvia Abbà" userId="5bc4ae0b-dcd0-4bde-86ab-7082dbb59cc4" providerId="ADAL" clId="{4597333B-B55B-4915-BC4D-7A5B55DDDDF6}" dt="2025-02-03T17:53:54.100" v="626" actId="1076"/>
          <ac:picMkLst>
            <pc:docMk/>
            <pc:sldMk cId="3759547872" sldId="5172"/>
            <ac:picMk id="7" creationId="{9E5FCED3-36AF-B33D-1944-77EEB9DCC12F}"/>
          </ac:picMkLst>
        </pc:picChg>
      </pc:sldChg>
      <pc:sldChg chg="modSp add">
        <pc:chgData name="Silvia Abbà" userId="5bc4ae0b-dcd0-4bde-86ab-7082dbb59cc4" providerId="ADAL" clId="{4597333B-B55B-4915-BC4D-7A5B55DDDDF6}" dt="2025-02-03T17:05:38.180" v="96"/>
        <pc:sldMkLst>
          <pc:docMk/>
          <pc:sldMk cId="0" sldId="5173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73"/>
            <ac:spMk id="9" creationId="{4064B492-2663-4CDD-9EAC-D72D8797A277}"/>
          </ac:spMkLst>
        </pc:spChg>
      </pc:sldChg>
      <pc:sldChg chg="modSp add mod">
        <pc:chgData name="Silvia Abbà" userId="5bc4ae0b-dcd0-4bde-86ab-7082dbb59cc4" providerId="ADAL" clId="{4597333B-B55B-4915-BC4D-7A5B55DDDDF6}" dt="2025-02-03T17:55:23.476" v="629" actId="5793"/>
        <pc:sldMkLst>
          <pc:docMk/>
          <pc:sldMk cId="1302739023" sldId="5174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302739023" sldId="5174"/>
            <ac:spMk id="5" creationId="{1B33FB10-B024-786B-6AAC-31FF86EE2819}"/>
          </ac:spMkLst>
        </pc:spChg>
        <pc:spChg chg="mod">
          <ac:chgData name="Silvia Abbà" userId="5bc4ae0b-dcd0-4bde-86ab-7082dbb59cc4" providerId="ADAL" clId="{4597333B-B55B-4915-BC4D-7A5B55DDDDF6}" dt="2025-02-03T17:55:23.476" v="629" actId="5793"/>
          <ac:spMkLst>
            <pc:docMk/>
            <pc:sldMk cId="1302739023" sldId="5174"/>
            <ac:spMk id="14" creationId="{556FF31B-2A02-6CFC-31D0-AC5C4465F03D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1302739023" sldId="5174"/>
            <ac:graphicFrameMk id="6" creationId="{50351A05-C6EF-5E55-5D93-97DFDAB71A97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56:57.152" v="649" actId="1036"/>
        <pc:sldMkLst>
          <pc:docMk/>
          <pc:sldMk cId="0" sldId="5175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75"/>
            <ac:spMk id="7" creationId="{E046816C-7E10-9BF9-B679-F94B08173534}"/>
          </ac:spMkLst>
        </pc:spChg>
        <pc:spChg chg="mod">
          <ac:chgData name="Silvia Abbà" userId="5bc4ae0b-dcd0-4bde-86ab-7082dbb59cc4" providerId="ADAL" clId="{4597333B-B55B-4915-BC4D-7A5B55DDDDF6}" dt="2025-02-03T17:56:52.523" v="644" actId="1076"/>
          <ac:spMkLst>
            <pc:docMk/>
            <pc:sldMk cId="0" sldId="5175"/>
            <ac:spMk id="11" creationId="{F36CB77D-165B-438C-8936-01011ADC7567}"/>
          </ac:spMkLst>
        </pc:spChg>
        <pc:spChg chg="mod">
          <ac:chgData name="Silvia Abbà" userId="5bc4ae0b-dcd0-4bde-86ab-7082dbb59cc4" providerId="ADAL" clId="{4597333B-B55B-4915-BC4D-7A5B55DDDDF6}" dt="2025-02-03T17:56:57.152" v="649" actId="1036"/>
          <ac:spMkLst>
            <pc:docMk/>
            <pc:sldMk cId="0" sldId="5175"/>
            <ac:spMk id="12" creationId="{4436FA7C-F824-406A-8609-CE53921D8E7A}"/>
          </ac:spMkLst>
        </pc:spChg>
        <pc:graphicFrameChg chg="mod">
          <ac:chgData name="Silvia Abbà" userId="5bc4ae0b-dcd0-4bde-86ab-7082dbb59cc4" providerId="ADAL" clId="{4597333B-B55B-4915-BC4D-7A5B55DDDDF6}" dt="2025-02-03T17:55:35.714" v="630"/>
          <ac:graphicFrameMkLst>
            <pc:docMk/>
            <pc:sldMk cId="0" sldId="5175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56:41.266" v="643" actId="14100"/>
          <ac:graphicFrameMkLst>
            <pc:docMk/>
            <pc:sldMk cId="0" sldId="5175"/>
            <ac:graphicFrameMk id="8" creationId="{8D56CC3E-651E-D274-B3FE-61E8EC3B970E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7:57:42.994" v="660"/>
        <pc:sldMkLst>
          <pc:docMk/>
          <pc:sldMk cId="198157460" sldId="5176"/>
        </pc:sldMkLst>
        <pc:spChg chg="mod">
          <ac:chgData name="Silvia Abbà" userId="5bc4ae0b-dcd0-4bde-86ab-7082dbb59cc4" providerId="ADAL" clId="{4597333B-B55B-4915-BC4D-7A5B55DDDDF6}" dt="2025-02-03T17:57:34.798" v="658" actId="5793"/>
          <ac:spMkLst>
            <pc:docMk/>
            <pc:sldMk cId="198157460" sldId="5176"/>
            <ac:spMk id="2" creationId="{07242849-8178-DF25-7A32-B3EC5A95E5CE}"/>
          </ac:spMkLst>
        </pc:spChg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98157460" sldId="5176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7:57:27.401" v="656" actId="14100"/>
          <ac:graphicFrameMkLst>
            <pc:docMk/>
            <pc:sldMk cId="198157460" sldId="5176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57:07.052" v="650" actId="1076"/>
          <ac:picMkLst>
            <pc:docMk/>
            <pc:sldMk cId="198157460" sldId="5176"/>
            <ac:picMk id="5" creationId="{FB33B81E-FF46-C4FB-6B1C-9A9833753517}"/>
          </ac:picMkLst>
        </pc:picChg>
        <pc:picChg chg="mod">
          <ac:chgData name="Silvia Abbà" userId="5bc4ae0b-dcd0-4bde-86ab-7082dbb59cc4" providerId="ADAL" clId="{4597333B-B55B-4915-BC4D-7A5B55DDDDF6}" dt="2025-02-03T17:57:07.052" v="650" actId="1076"/>
          <ac:picMkLst>
            <pc:docMk/>
            <pc:sldMk cId="198157460" sldId="5176"/>
            <ac:picMk id="9" creationId="{1844AF85-5133-A8CB-9AE4-C12C637A5870}"/>
          </ac:picMkLst>
        </pc:picChg>
        <pc:picChg chg="mod modCrop">
          <ac:chgData name="Silvia Abbà" userId="5bc4ae0b-dcd0-4bde-86ab-7082dbb59cc4" providerId="ADAL" clId="{4597333B-B55B-4915-BC4D-7A5B55DDDDF6}" dt="2025-02-03T17:57:20.524" v="654" actId="14100"/>
          <ac:picMkLst>
            <pc:docMk/>
            <pc:sldMk cId="198157460" sldId="5176"/>
            <ac:picMk id="11" creationId="{473CA4BF-CF94-3D5C-8F2A-BFF878BB803D}"/>
          </ac:picMkLst>
        </pc:picChg>
      </pc:sldChg>
      <pc:sldChg chg="modSp add mod">
        <pc:chgData name="Silvia Abbà" userId="5bc4ae0b-dcd0-4bde-86ab-7082dbb59cc4" providerId="ADAL" clId="{4597333B-B55B-4915-BC4D-7A5B55DDDDF6}" dt="2025-02-03T17:57:49.419" v="661" actId="1076"/>
        <pc:sldMkLst>
          <pc:docMk/>
          <pc:sldMk cId="204116200" sldId="5177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04116200" sldId="5177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7:57:49.419" v="661" actId="1076"/>
          <ac:picMkLst>
            <pc:docMk/>
            <pc:sldMk cId="204116200" sldId="5177"/>
            <ac:picMk id="4" creationId="{1CB6A293-2B87-A267-BF5B-EA2D9377A6A1}"/>
          </ac:picMkLst>
        </pc:picChg>
      </pc:sldChg>
      <pc:sldChg chg="modSp add">
        <pc:chgData name="Silvia Abbà" userId="5bc4ae0b-dcd0-4bde-86ab-7082dbb59cc4" providerId="ADAL" clId="{4597333B-B55B-4915-BC4D-7A5B55DDDDF6}" dt="2025-02-03T17:05:38.180" v="96"/>
        <pc:sldMkLst>
          <pc:docMk/>
          <pc:sldMk cId="0" sldId="5178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78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49629483" sldId="5179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49629483" sldId="5179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49629483" sldId="5179"/>
            <ac:graphicFrameMk id="6" creationId="{97A4F970-98F2-8293-AC56-1BD6F223CFFB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7:59:14.491" v="711" actId="1076"/>
        <pc:sldMkLst>
          <pc:docMk/>
          <pc:sldMk cId="0" sldId="5180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80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7:58:02.374" v="662"/>
          <ac:graphicFrameMkLst>
            <pc:docMk/>
            <pc:sldMk cId="0" sldId="5180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7:59:14.491" v="711" actId="1076"/>
          <ac:graphicFrameMkLst>
            <pc:docMk/>
            <pc:sldMk cId="0" sldId="5180"/>
            <ac:graphicFrameMk id="8" creationId="{934D39E8-D2E4-750C-800D-8C07C31B2272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8:00:16.562" v="723"/>
        <pc:sldMkLst>
          <pc:docMk/>
          <pc:sldMk cId="1406816834" sldId="5181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406816834" sldId="5181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8:00:11.992" v="721" actId="20577"/>
          <ac:graphicFrameMkLst>
            <pc:docMk/>
            <pc:sldMk cId="1406816834" sldId="5181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7:59:29.476" v="712" actId="1076"/>
          <ac:picMkLst>
            <pc:docMk/>
            <pc:sldMk cId="1406816834" sldId="5181"/>
            <ac:picMk id="5" creationId="{80BE1D21-6094-0886-8FE6-42F52C9D18D8}"/>
          </ac:picMkLst>
        </pc:picChg>
        <pc:picChg chg="mod">
          <ac:chgData name="Silvia Abbà" userId="5bc4ae0b-dcd0-4bde-86ab-7082dbb59cc4" providerId="ADAL" clId="{4597333B-B55B-4915-BC4D-7A5B55DDDDF6}" dt="2025-02-03T17:59:29.476" v="712" actId="1076"/>
          <ac:picMkLst>
            <pc:docMk/>
            <pc:sldMk cId="1406816834" sldId="5181"/>
            <ac:picMk id="9" creationId="{55FA01A5-042D-30CC-7576-D9C4FE4A3740}"/>
          </ac:picMkLst>
        </pc:picChg>
        <pc:picChg chg="mod modCrop">
          <ac:chgData name="Silvia Abbà" userId="5bc4ae0b-dcd0-4bde-86ab-7082dbb59cc4" providerId="ADAL" clId="{4597333B-B55B-4915-BC4D-7A5B55DDDDF6}" dt="2025-02-03T18:00:03.515" v="719" actId="1076"/>
          <ac:picMkLst>
            <pc:docMk/>
            <pc:sldMk cId="1406816834" sldId="5181"/>
            <ac:picMk id="11" creationId="{9A5A8A2D-3D00-3569-45AA-6AA1F1BEFCE0}"/>
          </ac:picMkLst>
        </pc:picChg>
      </pc:sldChg>
      <pc:sldChg chg="modSp add mod">
        <pc:chgData name="Silvia Abbà" userId="5bc4ae0b-dcd0-4bde-86ab-7082dbb59cc4" providerId="ADAL" clId="{4597333B-B55B-4915-BC4D-7A5B55DDDDF6}" dt="2025-02-03T17:05:38.180" v="96"/>
        <pc:sldMkLst>
          <pc:docMk/>
          <pc:sldMk cId="1343956266" sldId="5182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343956266" sldId="5182"/>
            <ac:spMk id="5" creationId="{B492E02D-D18F-6566-EE6C-4685A111C86D}"/>
          </ac:spMkLst>
        </pc:spChg>
        <pc:picChg chg="mod">
          <ac:chgData name="Silvia Abbà" userId="5bc4ae0b-dcd0-4bde-86ab-7082dbb59cc4" providerId="ADAL" clId="{4597333B-B55B-4915-BC4D-7A5B55DDDDF6}" dt="2025-02-03T11:46:48.429" v="85" actId="1076"/>
          <ac:picMkLst>
            <pc:docMk/>
            <pc:sldMk cId="1343956266" sldId="5182"/>
            <ac:picMk id="4" creationId="{9EF43CC3-BB7D-8D15-947F-D0E123E3FB62}"/>
          </ac:picMkLst>
        </pc:picChg>
      </pc:sldChg>
      <pc:sldChg chg="modSp add">
        <pc:chgData name="Silvia Abbà" userId="5bc4ae0b-dcd0-4bde-86ab-7082dbb59cc4" providerId="ADAL" clId="{4597333B-B55B-4915-BC4D-7A5B55DDDDF6}" dt="2025-02-03T17:05:38.180" v="96"/>
        <pc:sldMkLst>
          <pc:docMk/>
          <pc:sldMk cId="0" sldId="5183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83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3132417480" sldId="5184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3132417480" sldId="5184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3132417480" sldId="5184"/>
            <ac:graphicFrameMk id="6" creationId="{186100AA-BF29-25C1-49CD-440B399D031D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8:01:20.380" v="751" actId="1076"/>
        <pc:sldMkLst>
          <pc:docMk/>
          <pc:sldMk cId="0" sldId="5185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85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8:00:31.698" v="724"/>
          <ac:graphicFrameMkLst>
            <pc:docMk/>
            <pc:sldMk cId="0" sldId="5185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8:01:20.380" v="751" actId="1076"/>
          <ac:graphicFrameMkLst>
            <pc:docMk/>
            <pc:sldMk cId="0" sldId="5185"/>
            <ac:graphicFrameMk id="8" creationId="{E1E7CB71-CEDA-E52C-F23A-C9A36A4DC616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8:02:08.788" v="765"/>
        <pc:sldMkLst>
          <pc:docMk/>
          <pc:sldMk cId="476157334" sldId="5186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476157334" sldId="5186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8:02:03.117" v="763" actId="20577"/>
          <ac:graphicFrameMkLst>
            <pc:docMk/>
            <pc:sldMk cId="476157334" sldId="5186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8:01:38.683" v="753" actId="1076"/>
          <ac:picMkLst>
            <pc:docMk/>
            <pc:sldMk cId="476157334" sldId="5186"/>
            <ac:picMk id="5" creationId="{5EEB1112-92AC-EC00-9840-305677BC2C38}"/>
          </ac:picMkLst>
        </pc:picChg>
        <pc:picChg chg="mod">
          <ac:chgData name="Silvia Abbà" userId="5bc4ae0b-dcd0-4bde-86ab-7082dbb59cc4" providerId="ADAL" clId="{4597333B-B55B-4915-BC4D-7A5B55DDDDF6}" dt="2025-02-03T18:01:38.683" v="753" actId="1076"/>
          <ac:picMkLst>
            <pc:docMk/>
            <pc:sldMk cId="476157334" sldId="5186"/>
            <ac:picMk id="9" creationId="{1DF1E209-030C-B580-C252-1867CDAEC9D6}"/>
          </ac:picMkLst>
        </pc:picChg>
        <pc:picChg chg="mod modCrop">
          <ac:chgData name="Silvia Abbà" userId="5bc4ae0b-dcd0-4bde-86ab-7082dbb59cc4" providerId="ADAL" clId="{4597333B-B55B-4915-BC4D-7A5B55DDDDF6}" dt="2025-02-03T18:01:56.940" v="758" actId="14100"/>
          <ac:picMkLst>
            <pc:docMk/>
            <pc:sldMk cId="476157334" sldId="5186"/>
            <ac:picMk id="11" creationId="{6CD820B0-80F8-B9F7-84C9-66D1665A5551}"/>
          </ac:picMkLst>
        </pc:picChg>
      </pc:sldChg>
      <pc:sldChg chg="modSp add mod">
        <pc:chgData name="Silvia Abbà" userId="5bc4ae0b-dcd0-4bde-86ab-7082dbb59cc4" providerId="ADAL" clId="{4597333B-B55B-4915-BC4D-7A5B55DDDDF6}" dt="2025-02-03T18:02:36.092" v="770" actId="1076"/>
        <pc:sldMkLst>
          <pc:docMk/>
          <pc:sldMk cId="1116045491" sldId="5187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116045491" sldId="5187"/>
            <ac:spMk id="5" creationId="{B492E02D-D18F-6566-EE6C-4685A111C86D}"/>
          </ac:spMkLst>
        </pc:spChg>
        <pc:picChg chg="mod modCrop">
          <ac:chgData name="Silvia Abbà" userId="5bc4ae0b-dcd0-4bde-86ab-7082dbb59cc4" providerId="ADAL" clId="{4597333B-B55B-4915-BC4D-7A5B55DDDDF6}" dt="2025-02-03T18:02:36.092" v="770" actId="1076"/>
          <ac:picMkLst>
            <pc:docMk/>
            <pc:sldMk cId="1116045491" sldId="5187"/>
            <ac:picMk id="4" creationId="{A1CC4A04-3798-7255-E0FF-F683F4EBC525}"/>
          </ac:picMkLst>
        </pc:picChg>
      </pc:sldChg>
      <pc:sldChg chg="modSp add">
        <pc:chgData name="Silvia Abbà" userId="5bc4ae0b-dcd0-4bde-86ab-7082dbb59cc4" providerId="ADAL" clId="{4597333B-B55B-4915-BC4D-7A5B55DDDDF6}" dt="2025-02-03T17:05:38.180" v="96"/>
        <pc:sldMkLst>
          <pc:docMk/>
          <pc:sldMk cId="0" sldId="5188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88"/>
            <ac:spMk id="9" creationId="{4064B492-2663-4CDD-9EAC-D72D8797A277}"/>
          </ac:spMkLst>
        </pc:spChg>
      </pc:sldChg>
      <pc:sldChg chg="modSp add">
        <pc:chgData name="Silvia Abbà" userId="5bc4ae0b-dcd0-4bde-86ab-7082dbb59cc4" providerId="ADAL" clId="{4597333B-B55B-4915-BC4D-7A5B55DDDDF6}" dt="2025-02-03T17:09:33.243" v="130"/>
        <pc:sldMkLst>
          <pc:docMk/>
          <pc:sldMk cId="1673449117" sldId="5189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1673449117" sldId="5189"/>
            <ac:spMk id="5" creationId="{1B33FB10-B024-786B-6AAC-31FF86EE2819}"/>
          </ac:spMkLst>
        </pc:spChg>
        <pc:graphicFrameChg chg="mod">
          <ac:chgData name="Silvia Abbà" userId="5bc4ae0b-dcd0-4bde-86ab-7082dbb59cc4" providerId="ADAL" clId="{4597333B-B55B-4915-BC4D-7A5B55DDDDF6}" dt="2025-02-03T17:09:33.243" v="130"/>
          <ac:graphicFrameMkLst>
            <pc:docMk/>
            <pc:sldMk cId="1673449117" sldId="5189"/>
            <ac:graphicFrameMk id="6" creationId="{C78FAB76-4644-D92C-1C7C-0BCFF6864944}"/>
          </ac:graphicFrameMkLst>
        </pc:graphicFrameChg>
      </pc:sldChg>
      <pc:sldChg chg="modSp add mod">
        <pc:chgData name="Silvia Abbà" userId="5bc4ae0b-dcd0-4bde-86ab-7082dbb59cc4" providerId="ADAL" clId="{4597333B-B55B-4915-BC4D-7A5B55DDDDF6}" dt="2025-02-03T18:03:26.372" v="834" actId="1076"/>
        <pc:sldMkLst>
          <pc:docMk/>
          <pc:sldMk cId="0" sldId="5190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0" sldId="5190"/>
            <ac:spMk id="7" creationId="{E046816C-7E10-9BF9-B679-F94B08173534}"/>
          </ac:spMkLst>
        </pc:spChg>
        <pc:graphicFrameChg chg="mod">
          <ac:chgData name="Silvia Abbà" userId="5bc4ae0b-dcd0-4bde-86ab-7082dbb59cc4" providerId="ADAL" clId="{4597333B-B55B-4915-BC4D-7A5B55DDDDF6}" dt="2025-02-03T18:02:51.538" v="771"/>
          <ac:graphicFrameMkLst>
            <pc:docMk/>
            <pc:sldMk cId="0" sldId="5190"/>
            <ac:graphicFrameMk id="3" creationId="{33592564-620A-60BF-C59D-6E4D06A44852}"/>
          </ac:graphicFrameMkLst>
        </pc:graphicFrameChg>
        <pc:graphicFrameChg chg="mod modGraphic">
          <ac:chgData name="Silvia Abbà" userId="5bc4ae0b-dcd0-4bde-86ab-7082dbb59cc4" providerId="ADAL" clId="{4597333B-B55B-4915-BC4D-7A5B55DDDDF6}" dt="2025-02-03T18:03:26.372" v="834" actId="1076"/>
          <ac:graphicFrameMkLst>
            <pc:docMk/>
            <pc:sldMk cId="0" sldId="5190"/>
            <ac:graphicFrameMk id="8" creationId="{8CBE58D0-5CC2-C8C3-645A-B329108B9C7E}"/>
          </ac:graphicFrameMkLst>
        </pc:graphicFrameChg>
      </pc:sldChg>
      <pc:sldChg chg="modSp add mod ord">
        <pc:chgData name="Silvia Abbà" userId="5bc4ae0b-dcd0-4bde-86ab-7082dbb59cc4" providerId="ADAL" clId="{4597333B-B55B-4915-BC4D-7A5B55DDDDF6}" dt="2025-02-03T18:05:24.050" v="843"/>
        <pc:sldMkLst>
          <pc:docMk/>
          <pc:sldMk cId="2542625553" sldId="5191"/>
        </pc:sldMkLst>
        <pc:spChg chg="mod">
          <ac:chgData name="Silvia Abbà" userId="5bc4ae0b-dcd0-4bde-86ab-7082dbb59cc4" providerId="ADAL" clId="{4597333B-B55B-4915-BC4D-7A5B55DDDDF6}" dt="2025-02-03T17:05:38.180" v="96"/>
          <ac:spMkLst>
            <pc:docMk/>
            <pc:sldMk cId="2542625553" sldId="5191"/>
            <ac:spMk id="6" creationId="{C9D433E7-9B60-A93B-7D78-525A4C9C731B}"/>
          </ac:spMkLst>
        </pc:spChg>
        <pc:graphicFrameChg chg="modGraphic">
          <ac:chgData name="Silvia Abbà" userId="5bc4ae0b-dcd0-4bde-86ab-7082dbb59cc4" providerId="ADAL" clId="{4597333B-B55B-4915-BC4D-7A5B55DDDDF6}" dt="2025-02-03T18:05:16.836" v="841" actId="20577"/>
          <ac:graphicFrameMkLst>
            <pc:docMk/>
            <pc:sldMk cId="2542625553" sldId="5191"/>
            <ac:graphicFrameMk id="7" creationId="{F64D38B0-B93A-8BDA-60D7-BB626B430A6E}"/>
          </ac:graphicFrameMkLst>
        </pc:graphicFrameChg>
        <pc:picChg chg="mod">
          <ac:chgData name="Silvia Abbà" userId="5bc4ae0b-dcd0-4bde-86ab-7082dbb59cc4" providerId="ADAL" clId="{4597333B-B55B-4915-BC4D-7A5B55DDDDF6}" dt="2025-02-03T18:03:34.485" v="835" actId="1076"/>
          <ac:picMkLst>
            <pc:docMk/>
            <pc:sldMk cId="2542625553" sldId="5191"/>
            <ac:picMk id="5" creationId="{67DD8E7C-1252-5D9D-AA3D-4D14A1F98B80}"/>
          </ac:picMkLst>
        </pc:picChg>
        <pc:picChg chg="mod">
          <ac:chgData name="Silvia Abbà" userId="5bc4ae0b-dcd0-4bde-86ab-7082dbb59cc4" providerId="ADAL" clId="{4597333B-B55B-4915-BC4D-7A5B55DDDDF6}" dt="2025-02-03T18:03:34.485" v="835" actId="1076"/>
          <ac:picMkLst>
            <pc:docMk/>
            <pc:sldMk cId="2542625553" sldId="5191"/>
            <ac:picMk id="9" creationId="{B75499B2-28FE-BF69-E0CD-9E269B48561D}"/>
          </ac:picMkLst>
        </pc:picChg>
        <pc:picChg chg="mod modCrop">
          <ac:chgData name="Silvia Abbà" userId="5bc4ae0b-dcd0-4bde-86ab-7082dbb59cc4" providerId="ADAL" clId="{4597333B-B55B-4915-BC4D-7A5B55DDDDF6}" dt="2025-02-03T18:04:10.500" v="839" actId="14100"/>
          <ac:picMkLst>
            <pc:docMk/>
            <pc:sldMk cId="2542625553" sldId="5191"/>
            <ac:picMk id="11" creationId="{72A753B6-C35B-499E-F3F8-3CBFB04392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EB76B-0DFC-43BA-806B-4CB817E95175}" type="datetimeFigureOut">
              <a:rPr lang="it-IT" smtClean="0"/>
              <a:t>02/02/2026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D4921-5245-40EB-A21B-432CBFE4CBB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1943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C1C028-E663-47A9-A344-0601B80197E4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4777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763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8347BA-9234-49FC-9EB9-F10B7285386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itchFamily="34" charset="-128"/>
                <a:cs typeface="+mn-cs"/>
              </a:rPr>
              <a:pPr marL="0" marR="0" lvl="0" indent="0" algn="r" defTabSz="8763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715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D4921-5245-40EB-A21B-432CBFE4CBB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198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">
            <a:extLst>
              <a:ext uri="{FF2B5EF4-FFF2-40B4-BE49-F238E27FC236}">
                <a16:creationId xmlns:a16="http://schemas.microsoft.com/office/drawing/2014/main" id="{E0D5E1E8-9167-6E5D-156C-2F72D80CFD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55432" y="5947841"/>
            <a:ext cx="791492" cy="79057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619F3403-E10B-CA2E-02F4-963E7D5961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540" y="28695"/>
            <a:ext cx="8302732" cy="880025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venir Next LT Pro Light" panose="020B0304020202020204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B3C68AC-817B-2DD3-0470-622BCCF41E4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36000" y="6583629"/>
            <a:ext cx="9019355" cy="23223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it-IT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buFontTx/>
              <a:buNone/>
            </a:pPr>
            <a:r>
              <a:rPr lang="it-IT" sz="1200" dirty="0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</a:p>
        </p:txBody>
      </p:sp>
    </p:spTree>
    <p:extLst>
      <p:ext uri="{BB962C8B-B14F-4D97-AF65-F5344CB8AC3E}">
        <p14:creationId xmlns:p14="http://schemas.microsoft.com/office/powerpoint/2010/main" val="3166563882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fondo" descr="Convoglio della spesa&#10; - Foto, immagini">
            <a:extLst>
              <a:ext uri="{FF2B5EF4-FFF2-40B4-BE49-F238E27FC236}">
                <a16:creationId xmlns:a16="http://schemas.microsoft.com/office/drawing/2014/main" id="{6D6BBA65-9B93-89F8-B188-4CCC1E5FD0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2"/>
          <a:stretch/>
        </p:blipFill>
        <p:spPr bwMode="auto">
          <a:xfrm>
            <a:off x="1" y="945224"/>
            <a:ext cx="12191999" cy="509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3A656B03-6348-9D3F-C1BD-83953307EB3C}"/>
              </a:ext>
            </a:extLst>
          </p:cNvPr>
          <p:cNvGrpSpPr/>
          <p:nvPr userDrawn="1"/>
        </p:nvGrpSpPr>
        <p:grpSpPr>
          <a:xfrm>
            <a:off x="0" y="4506744"/>
            <a:ext cx="12192000" cy="1350990"/>
            <a:chOff x="0" y="4302041"/>
            <a:chExt cx="12192000" cy="1350990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4B91EB6D-B9FC-7348-D6AF-8B8590B5D36A}"/>
                </a:ext>
              </a:extLst>
            </p:cNvPr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4302041"/>
              <a:ext cx="12192000" cy="983226"/>
            </a:xfrm>
            <a:prstGeom prst="rect">
              <a:avLst/>
            </a:prstGeom>
          </p:spPr>
        </p:pic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8624343E-5016-28C4-1687-0795F7681285}"/>
                </a:ext>
              </a:extLst>
            </p:cNvPr>
            <p:cNvSpPr/>
            <p:nvPr/>
          </p:nvSpPr>
          <p:spPr>
            <a:xfrm>
              <a:off x="342745" y="4878795"/>
              <a:ext cx="774236" cy="774236"/>
            </a:xfrm>
            <a:prstGeom prst="ellipse">
              <a:avLst/>
            </a:prstGeom>
            <a:blipFill dpi="0"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5100" t="-5100" r="-5100" b="-51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olo">
            <a:extLst>
              <a:ext uri="{FF2B5EF4-FFF2-40B4-BE49-F238E27FC236}">
                <a16:creationId xmlns:a16="http://schemas.microsoft.com/office/drawing/2014/main" id="{DB6F59BE-EE07-310E-5B38-C31B6645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392" y="4506744"/>
            <a:ext cx="7292863" cy="9242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 b="1">
                <a:latin typeface="Avenir Next LT Pro Light" panose="020B0304020202020204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701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itolo"/>
          <p:cNvSpPr>
            <a:spLocks noGrp="1" noChangeArrowheads="1"/>
          </p:cNvSpPr>
          <p:nvPr>
            <p:ph type="title"/>
          </p:nvPr>
        </p:nvSpPr>
        <p:spPr bwMode="auto">
          <a:xfrm>
            <a:off x="8985738" y="2781301"/>
            <a:ext cx="2859129" cy="810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9DF3CAA-12E5-F501-74F5-5088E6F14E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4434" y="6269567"/>
            <a:ext cx="7277100" cy="406400"/>
          </a:xfrm>
          <a:prstGeom prst="rect">
            <a:avLst/>
          </a:prstGeom>
          <a:ln/>
        </p:spPr>
        <p:txBody>
          <a:bodyPr anchor="ctr"/>
          <a:lstStyle/>
          <a:p>
            <a:pPr lvl="0" defTabSz="1219170">
              <a:spcBef>
                <a:spcPct val="0"/>
              </a:spcBef>
              <a:buNone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[[TITOLO]] – job [[JOB]]</a:t>
            </a:r>
            <a:r>
              <a:rPr lang="it-IT" sz="1200" dirty="0">
                <a:solidFill>
                  <a:srgbClr val="FFFFFF"/>
                </a:solidFill>
                <a:latin typeface="Avenir Next LT Pro Light" panose="020B0304020202020204" pitchFamily="34" charset="0"/>
                <a:ea typeface="MS PGothic" pitchFamily="34" charset="-128"/>
              </a:rPr>
              <a:t> – [[DATA]]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Light" panose="020B0304020202020204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98493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cheraHeader">
            <a:extLst>
              <a:ext uri="{FF2B5EF4-FFF2-40B4-BE49-F238E27FC236}">
                <a16:creationId xmlns:a16="http://schemas.microsoft.com/office/drawing/2014/main" id="{0CE55E66-25CA-CDEA-DEDF-3579DDC03FA8}"/>
              </a:ext>
            </a:extLst>
          </p:cNvPr>
          <p:cNvSpPr/>
          <p:nvPr userDrawn="1"/>
        </p:nvSpPr>
        <p:spPr>
          <a:xfrm>
            <a:off x="0" y="0"/>
            <a:ext cx="12181220" cy="93826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SfondoHeader">
            <a:extLst>
              <a:ext uri="{FF2B5EF4-FFF2-40B4-BE49-F238E27FC236}">
                <a16:creationId xmlns:a16="http://schemas.microsoft.com/office/drawing/2014/main" id="{84E2E17F-C802-0220-0AF6-870643BE3D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76"/>
          <a:stretch/>
        </p:blipFill>
        <p:spPr>
          <a:xfrm>
            <a:off x="0" y="0"/>
            <a:ext cx="12192000" cy="938262"/>
          </a:xfrm>
          <a:prstGeom prst="rect">
            <a:avLst/>
          </a:prstGeom>
        </p:spPr>
      </p:pic>
      <p:pic>
        <p:nvPicPr>
          <p:cNvPr id="4" name="Motto">
            <a:extLst>
              <a:ext uri="{FF2B5EF4-FFF2-40B4-BE49-F238E27FC236}">
                <a16:creationId xmlns:a16="http://schemas.microsoft.com/office/drawing/2014/main" id="{715F7BC9-5C8F-5228-C821-082A8AEBAB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66954"/>
            <a:ext cx="943605" cy="777996"/>
          </a:xfrm>
          <a:prstGeom prst="rect">
            <a:avLst/>
          </a:prstGeom>
        </p:spPr>
      </p:pic>
      <p:pic>
        <p:nvPicPr>
          <p:cNvPr id="5" name="AdactaInternational" descr="Immagine che contiene testo&#10;&#10;Descrizione generata automaticamente">
            <a:extLst>
              <a:ext uri="{FF2B5EF4-FFF2-40B4-BE49-F238E27FC236}">
                <a16:creationId xmlns:a16="http://schemas.microsoft.com/office/drawing/2014/main" id="{7850D3EE-B5B0-828F-04B8-A44950AFE18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482" y="65963"/>
            <a:ext cx="1878338" cy="763007"/>
          </a:xfrm>
          <a:prstGeom prst="rect">
            <a:avLst/>
          </a:prstGeom>
        </p:spPr>
      </p:pic>
      <p:cxnSp>
        <p:nvCxnSpPr>
          <p:cNvPr id="6" name="Separatore">
            <a:extLst>
              <a:ext uri="{FF2B5EF4-FFF2-40B4-BE49-F238E27FC236}">
                <a16:creationId xmlns:a16="http://schemas.microsoft.com/office/drawing/2014/main" id="{0EA20714-1D06-91AC-255E-0846E5BD73FF}"/>
              </a:ext>
            </a:extLst>
          </p:cNvPr>
          <p:cNvCxnSpPr>
            <a:cxnSpLocks/>
          </p:cNvCxnSpPr>
          <p:nvPr userDrawn="1"/>
        </p:nvCxnSpPr>
        <p:spPr>
          <a:xfrm flipH="1">
            <a:off x="9527856" y="0"/>
            <a:ext cx="3549" cy="938262"/>
          </a:xfrm>
          <a:prstGeom prst="line">
            <a:avLst/>
          </a:prstGeom>
          <a:ln w="28575">
            <a:solidFill>
              <a:srgbClr val="EB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18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p:transition>
    <p:wipe dir="r"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it-IT" sz="3200">
          <a:solidFill>
            <a:schemeClr val="bg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defRPr sz="1867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67">
          <a:solidFill>
            <a:schemeClr val="tx1"/>
          </a:solidFill>
          <a:latin typeface="+mn-lt"/>
          <a:ea typeface="ＭＳ Ｐゴシック" charset="0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har char="•"/>
        <a:defRPr sz="1867">
          <a:solidFill>
            <a:schemeClr val="tx1"/>
          </a:solidFill>
          <a:latin typeface="+mn-lt"/>
          <a:ea typeface="ＭＳ Ｐゴシック" charset="0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har char="–"/>
        <a:defRPr sz="1867">
          <a:solidFill>
            <a:schemeClr val="tx1"/>
          </a:solidFill>
          <a:latin typeface="+mn-lt"/>
          <a:ea typeface="ＭＳ Ｐゴシック" charset="0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har char="»"/>
        <a:defRPr sz="1867">
          <a:solidFill>
            <a:schemeClr val="tx1"/>
          </a:solidFill>
          <a:latin typeface="+mn-lt"/>
          <a:ea typeface="ＭＳ Ｐゴシック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9pPr>
    </p:bodyStyle>
    <p:otherStyle>
      <a:defPPr>
        <a:defRPr lang="it-IT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reeform 2"/>
          <p:cNvSpPr>
            <a:spLocks noEditPoints="1"/>
          </p:cNvSpPr>
          <p:nvPr/>
        </p:nvSpPr>
        <p:spPr bwMode="auto">
          <a:xfrm>
            <a:off x="0" y="179917"/>
            <a:ext cx="4607984" cy="6678083"/>
          </a:xfrm>
          <a:custGeom>
            <a:avLst/>
            <a:gdLst>
              <a:gd name="T0" fmla="*/ 2147483647 w 11756"/>
              <a:gd name="T1" fmla="*/ 2147483647 h 16876"/>
              <a:gd name="T2" fmla="*/ 2147483647 w 11756"/>
              <a:gd name="T3" fmla="*/ 2147483647 h 16876"/>
              <a:gd name="T4" fmla="*/ 2147483647 w 11756"/>
              <a:gd name="T5" fmla="*/ 2147483647 h 16876"/>
              <a:gd name="T6" fmla="*/ 2147483647 w 11756"/>
              <a:gd name="T7" fmla="*/ 2147483647 h 16876"/>
              <a:gd name="T8" fmla="*/ 2147483647 w 11756"/>
              <a:gd name="T9" fmla="*/ 2147483647 h 16876"/>
              <a:gd name="T10" fmla="*/ 2147483647 w 11756"/>
              <a:gd name="T11" fmla="*/ 2147483647 h 16876"/>
              <a:gd name="T12" fmla="*/ 2147483647 w 11756"/>
              <a:gd name="T13" fmla="*/ 2147483647 h 16876"/>
              <a:gd name="T14" fmla="*/ 2147483647 w 11756"/>
              <a:gd name="T15" fmla="*/ 2147483647 h 16876"/>
              <a:gd name="T16" fmla="*/ 2147483647 w 11756"/>
              <a:gd name="T17" fmla="*/ 2147483647 h 16876"/>
              <a:gd name="T18" fmla="*/ 2147483647 w 11756"/>
              <a:gd name="T19" fmla="*/ 2147483647 h 16876"/>
              <a:gd name="T20" fmla="*/ 2147483647 w 11756"/>
              <a:gd name="T21" fmla="*/ 2147483647 h 16876"/>
              <a:gd name="T22" fmla="*/ 2147483647 w 11756"/>
              <a:gd name="T23" fmla="*/ 2147483647 h 16876"/>
              <a:gd name="T24" fmla="*/ 2147483647 w 11756"/>
              <a:gd name="T25" fmla="*/ 2147483647 h 16876"/>
              <a:gd name="T26" fmla="*/ 2147483647 w 11756"/>
              <a:gd name="T27" fmla="*/ 2147483647 h 16876"/>
              <a:gd name="T28" fmla="*/ 2147483647 w 11756"/>
              <a:gd name="T29" fmla="*/ 2147483647 h 16876"/>
              <a:gd name="T30" fmla="*/ 2147483647 w 11756"/>
              <a:gd name="T31" fmla="*/ 2147483647 h 16876"/>
              <a:gd name="T32" fmla="*/ 2147483647 w 11756"/>
              <a:gd name="T33" fmla="*/ 2147483647 h 16876"/>
              <a:gd name="T34" fmla="*/ 0 w 11756"/>
              <a:gd name="T35" fmla="*/ 2147483647 h 16876"/>
              <a:gd name="T36" fmla="*/ 2147483647 w 11756"/>
              <a:gd name="T37" fmla="*/ 2147483647 h 16876"/>
              <a:gd name="T38" fmla="*/ 2147483647 w 11756"/>
              <a:gd name="T39" fmla="*/ 2147483647 h 16876"/>
              <a:gd name="T40" fmla="*/ 2147483647 w 11756"/>
              <a:gd name="T41" fmla="*/ 2147483647 h 16876"/>
              <a:gd name="T42" fmla="*/ 2147483647 w 11756"/>
              <a:gd name="T43" fmla="*/ 2147483647 h 16876"/>
              <a:gd name="T44" fmla="*/ 2147483647 w 11756"/>
              <a:gd name="T45" fmla="*/ 2147483647 h 16876"/>
              <a:gd name="T46" fmla="*/ 2147483647 w 11756"/>
              <a:gd name="T47" fmla="*/ 2147483647 h 16876"/>
              <a:gd name="T48" fmla="*/ 2147483647 w 11756"/>
              <a:gd name="T49" fmla="*/ 2147483647 h 16876"/>
              <a:gd name="T50" fmla="*/ 2147483647 w 11756"/>
              <a:gd name="T51" fmla="*/ 2147483647 h 16876"/>
              <a:gd name="T52" fmla="*/ 2147483647 w 11756"/>
              <a:gd name="T53" fmla="*/ 2147483647 h 16876"/>
              <a:gd name="T54" fmla="*/ 2147483647 w 11756"/>
              <a:gd name="T55" fmla="*/ 2147483647 h 16876"/>
              <a:gd name="T56" fmla="*/ 2147483647 w 11756"/>
              <a:gd name="T57" fmla="*/ 2147483647 h 16876"/>
              <a:gd name="T58" fmla="*/ 2147483647 w 11756"/>
              <a:gd name="T59" fmla="*/ 2147483647 h 16876"/>
              <a:gd name="T60" fmla="*/ 2147483647 w 11756"/>
              <a:gd name="T61" fmla="*/ 2147483647 h 16876"/>
              <a:gd name="T62" fmla="*/ 2147483647 w 11756"/>
              <a:gd name="T63" fmla="*/ 2147483647 h 16876"/>
              <a:gd name="T64" fmla="*/ 2147483647 w 11756"/>
              <a:gd name="T65" fmla="*/ 2147483647 h 16876"/>
              <a:gd name="T66" fmla="*/ 2147483647 w 11756"/>
              <a:gd name="T67" fmla="*/ 2147483647 h 16876"/>
              <a:gd name="T68" fmla="*/ 2147483647 w 11756"/>
              <a:gd name="T69" fmla="*/ 2147483647 h 16876"/>
              <a:gd name="T70" fmla="*/ 2147483647 w 11756"/>
              <a:gd name="T71" fmla="*/ 2147483647 h 16876"/>
              <a:gd name="T72" fmla="*/ 2147483647 w 11756"/>
              <a:gd name="T73" fmla="*/ 2147483647 h 16876"/>
              <a:gd name="T74" fmla="*/ 2147483647 w 11756"/>
              <a:gd name="T75" fmla="*/ 2147483647 h 16876"/>
              <a:gd name="T76" fmla="*/ 2147483647 w 11756"/>
              <a:gd name="T77" fmla="*/ 2147483647 h 16876"/>
              <a:gd name="T78" fmla="*/ 2147483647 w 11756"/>
              <a:gd name="T79" fmla="*/ 2147483647 h 16876"/>
              <a:gd name="T80" fmla="*/ 2147483647 w 11756"/>
              <a:gd name="T81" fmla="*/ 2147483647 h 16876"/>
              <a:gd name="T82" fmla="*/ 2147483647 w 11756"/>
              <a:gd name="T83" fmla="*/ 2147483647 h 16876"/>
              <a:gd name="T84" fmla="*/ 2147483647 w 11756"/>
              <a:gd name="T85" fmla="*/ 2147483647 h 16876"/>
              <a:gd name="T86" fmla="*/ 2147483647 w 11756"/>
              <a:gd name="T87" fmla="*/ 2147483647 h 16876"/>
              <a:gd name="T88" fmla="*/ 2147483647 w 11756"/>
              <a:gd name="T89" fmla="*/ 2147483647 h 16876"/>
              <a:gd name="T90" fmla="*/ 2147483647 w 11756"/>
              <a:gd name="T91" fmla="*/ 2147483647 h 16876"/>
              <a:gd name="T92" fmla="*/ 2147483647 w 11756"/>
              <a:gd name="T93" fmla="*/ 2147483647 h 16876"/>
              <a:gd name="T94" fmla="*/ 2147483647 w 11756"/>
              <a:gd name="T95" fmla="*/ 2147483647 h 16876"/>
              <a:gd name="T96" fmla="*/ 2147483647 w 11756"/>
              <a:gd name="T97" fmla="*/ 2147483647 h 16876"/>
              <a:gd name="T98" fmla="*/ 2147483647 w 11756"/>
              <a:gd name="T99" fmla="*/ 2147483647 h 16876"/>
              <a:gd name="T100" fmla="*/ 2147483647 w 11756"/>
              <a:gd name="T101" fmla="*/ 2147483647 h 16876"/>
              <a:gd name="T102" fmla="*/ 2147483647 w 11756"/>
              <a:gd name="T103" fmla="*/ 2147483647 h 16876"/>
              <a:gd name="T104" fmla="*/ 2147483647 w 11756"/>
              <a:gd name="T105" fmla="*/ 2147483647 h 16876"/>
              <a:gd name="T106" fmla="*/ 2147483647 w 11756"/>
              <a:gd name="T107" fmla="*/ 2147483647 h 16876"/>
              <a:gd name="T108" fmla="*/ 2147483647 w 11756"/>
              <a:gd name="T109" fmla="*/ 2147483647 h 16876"/>
              <a:gd name="T110" fmla="*/ 2147483647 w 11756"/>
              <a:gd name="T111" fmla="*/ 2147483647 h 16876"/>
              <a:gd name="T112" fmla="*/ 2147483647 w 11756"/>
              <a:gd name="T113" fmla="*/ 2147483647 h 16876"/>
              <a:gd name="T114" fmla="*/ 2147483647 w 11756"/>
              <a:gd name="T115" fmla="*/ 2147483647 h 16876"/>
              <a:gd name="T116" fmla="*/ 2147483647 w 11756"/>
              <a:gd name="T117" fmla="*/ 2147483647 h 16876"/>
              <a:gd name="T118" fmla="*/ 2147483647 w 11756"/>
              <a:gd name="T119" fmla="*/ 2147483647 h 1687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1756" h="16876">
                <a:moveTo>
                  <a:pt x="5291" y="16876"/>
                </a:moveTo>
                <a:lnTo>
                  <a:pt x="5380" y="16839"/>
                </a:lnTo>
                <a:lnTo>
                  <a:pt x="5467" y="16801"/>
                </a:lnTo>
                <a:lnTo>
                  <a:pt x="5554" y="16762"/>
                </a:lnTo>
                <a:lnTo>
                  <a:pt x="5641" y="16721"/>
                </a:lnTo>
                <a:lnTo>
                  <a:pt x="5728" y="16680"/>
                </a:lnTo>
                <a:lnTo>
                  <a:pt x="5813" y="16637"/>
                </a:lnTo>
                <a:lnTo>
                  <a:pt x="5899" y="16593"/>
                </a:lnTo>
                <a:lnTo>
                  <a:pt x="5983" y="16548"/>
                </a:lnTo>
                <a:lnTo>
                  <a:pt x="6067" y="16502"/>
                </a:lnTo>
                <a:lnTo>
                  <a:pt x="6152" y="16454"/>
                </a:lnTo>
                <a:lnTo>
                  <a:pt x="6235" y="16407"/>
                </a:lnTo>
                <a:lnTo>
                  <a:pt x="6317" y="16356"/>
                </a:lnTo>
                <a:lnTo>
                  <a:pt x="6401" y="16305"/>
                </a:lnTo>
                <a:lnTo>
                  <a:pt x="6482" y="16254"/>
                </a:lnTo>
                <a:lnTo>
                  <a:pt x="6564" y="16201"/>
                </a:lnTo>
                <a:lnTo>
                  <a:pt x="6644" y="16146"/>
                </a:lnTo>
                <a:lnTo>
                  <a:pt x="6725" y="16091"/>
                </a:lnTo>
                <a:lnTo>
                  <a:pt x="6806" y="16034"/>
                </a:lnTo>
                <a:lnTo>
                  <a:pt x="6885" y="15977"/>
                </a:lnTo>
                <a:lnTo>
                  <a:pt x="6964" y="15918"/>
                </a:lnTo>
                <a:lnTo>
                  <a:pt x="7042" y="15858"/>
                </a:lnTo>
                <a:lnTo>
                  <a:pt x="7120" y="15797"/>
                </a:lnTo>
                <a:lnTo>
                  <a:pt x="7198" y="15735"/>
                </a:lnTo>
                <a:lnTo>
                  <a:pt x="7275" y="15671"/>
                </a:lnTo>
                <a:lnTo>
                  <a:pt x="7352" y="15607"/>
                </a:lnTo>
                <a:lnTo>
                  <a:pt x="7428" y="15541"/>
                </a:lnTo>
                <a:lnTo>
                  <a:pt x="7504" y="15474"/>
                </a:lnTo>
                <a:lnTo>
                  <a:pt x="7579" y="15406"/>
                </a:lnTo>
                <a:lnTo>
                  <a:pt x="7653" y="15337"/>
                </a:lnTo>
                <a:lnTo>
                  <a:pt x="7727" y="15266"/>
                </a:lnTo>
                <a:lnTo>
                  <a:pt x="7801" y="15195"/>
                </a:lnTo>
                <a:lnTo>
                  <a:pt x="7875" y="15122"/>
                </a:lnTo>
                <a:lnTo>
                  <a:pt x="8018" y="14976"/>
                </a:lnTo>
                <a:lnTo>
                  <a:pt x="8157" y="14828"/>
                </a:lnTo>
                <a:lnTo>
                  <a:pt x="8290" y="14678"/>
                </a:lnTo>
                <a:lnTo>
                  <a:pt x="8420" y="14526"/>
                </a:lnTo>
                <a:lnTo>
                  <a:pt x="8546" y="14372"/>
                </a:lnTo>
                <a:lnTo>
                  <a:pt x="8666" y="14217"/>
                </a:lnTo>
                <a:lnTo>
                  <a:pt x="8782" y="14060"/>
                </a:lnTo>
                <a:lnTo>
                  <a:pt x="8894" y="13899"/>
                </a:lnTo>
                <a:lnTo>
                  <a:pt x="9000" y="13738"/>
                </a:lnTo>
                <a:lnTo>
                  <a:pt x="9103" y="13576"/>
                </a:lnTo>
                <a:lnTo>
                  <a:pt x="9201" y="13410"/>
                </a:lnTo>
                <a:lnTo>
                  <a:pt x="9293" y="13243"/>
                </a:lnTo>
                <a:lnTo>
                  <a:pt x="9382" y="13074"/>
                </a:lnTo>
                <a:lnTo>
                  <a:pt x="9466" y="12903"/>
                </a:lnTo>
                <a:lnTo>
                  <a:pt x="9547" y="12731"/>
                </a:lnTo>
                <a:lnTo>
                  <a:pt x="9621" y="12556"/>
                </a:lnTo>
                <a:lnTo>
                  <a:pt x="9692" y="12380"/>
                </a:lnTo>
                <a:lnTo>
                  <a:pt x="9757" y="12200"/>
                </a:lnTo>
                <a:lnTo>
                  <a:pt x="9819" y="12020"/>
                </a:lnTo>
                <a:lnTo>
                  <a:pt x="9876" y="11837"/>
                </a:lnTo>
                <a:lnTo>
                  <a:pt x="9928" y="11654"/>
                </a:lnTo>
                <a:lnTo>
                  <a:pt x="9976" y="11467"/>
                </a:lnTo>
                <a:lnTo>
                  <a:pt x="10019" y="11279"/>
                </a:lnTo>
                <a:lnTo>
                  <a:pt x="10058" y="11090"/>
                </a:lnTo>
                <a:lnTo>
                  <a:pt x="10092" y="10898"/>
                </a:lnTo>
                <a:lnTo>
                  <a:pt x="10121" y="10705"/>
                </a:lnTo>
                <a:lnTo>
                  <a:pt x="10147" y="10508"/>
                </a:lnTo>
                <a:lnTo>
                  <a:pt x="10167" y="10311"/>
                </a:lnTo>
                <a:lnTo>
                  <a:pt x="10184" y="10112"/>
                </a:lnTo>
                <a:lnTo>
                  <a:pt x="10194" y="9910"/>
                </a:lnTo>
                <a:lnTo>
                  <a:pt x="10201" y="9707"/>
                </a:lnTo>
                <a:lnTo>
                  <a:pt x="10204" y="9502"/>
                </a:lnTo>
                <a:lnTo>
                  <a:pt x="10201" y="9297"/>
                </a:lnTo>
                <a:lnTo>
                  <a:pt x="10194" y="9094"/>
                </a:lnTo>
                <a:lnTo>
                  <a:pt x="10184" y="8893"/>
                </a:lnTo>
                <a:lnTo>
                  <a:pt x="10167" y="8693"/>
                </a:lnTo>
                <a:lnTo>
                  <a:pt x="10147" y="8495"/>
                </a:lnTo>
                <a:lnTo>
                  <a:pt x="10121" y="8300"/>
                </a:lnTo>
                <a:lnTo>
                  <a:pt x="10092" y="8106"/>
                </a:lnTo>
                <a:lnTo>
                  <a:pt x="10058" y="7914"/>
                </a:lnTo>
                <a:lnTo>
                  <a:pt x="10019" y="7724"/>
                </a:lnTo>
                <a:lnTo>
                  <a:pt x="9976" y="7536"/>
                </a:lnTo>
                <a:lnTo>
                  <a:pt x="9928" y="7349"/>
                </a:lnTo>
                <a:lnTo>
                  <a:pt x="9876" y="7166"/>
                </a:lnTo>
                <a:lnTo>
                  <a:pt x="9819" y="6983"/>
                </a:lnTo>
                <a:lnTo>
                  <a:pt x="9757" y="6802"/>
                </a:lnTo>
                <a:lnTo>
                  <a:pt x="9692" y="6624"/>
                </a:lnTo>
                <a:lnTo>
                  <a:pt x="9621" y="6447"/>
                </a:lnTo>
                <a:lnTo>
                  <a:pt x="9547" y="6273"/>
                </a:lnTo>
                <a:lnTo>
                  <a:pt x="9466" y="6100"/>
                </a:lnTo>
                <a:lnTo>
                  <a:pt x="9382" y="5928"/>
                </a:lnTo>
                <a:lnTo>
                  <a:pt x="9293" y="5759"/>
                </a:lnTo>
                <a:lnTo>
                  <a:pt x="9201" y="5591"/>
                </a:lnTo>
                <a:lnTo>
                  <a:pt x="9103" y="5426"/>
                </a:lnTo>
                <a:lnTo>
                  <a:pt x="9000" y="5262"/>
                </a:lnTo>
                <a:lnTo>
                  <a:pt x="8894" y="5101"/>
                </a:lnTo>
                <a:lnTo>
                  <a:pt x="8782" y="4940"/>
                </a:lnTo>
                <a:lnTo>
                  <a:pt x="8666" y="4782"/>
                </a:lnTo>
                <a:lnTo>
                  <a:pt x="8546" y="4626"/>
                </a:lnTo>
                <a:lnTo>
                  <a:pt x="8420" y="4472"/>
                </a:lnTo>
                <a:lnTo>
                  <a:pt x="8290" y="4320"/>
                </a:lnTo>
                <a:lnTo>
                  <a:pt x="8157" y="4169"/>
                </a:lnTo>
                <a:lnTo>
                  <a:pt x="8018" y="4021"/>
                </a:lnTo>
                <a:lnTo>
                  <a:pt x="7875" y="3874"/>
                </a:lnTo>
                <a:lnTo>
                  <a:pt x="7728" y="3731"/>
                </a:lnTo>
                <a:lnTo>
                  <a:pt x="7581" y="3591"/>
                </a:lnTo>
                <a:lnTo>
                  <a:pt x="7431" y="3457"/>
                </a:lnTo>
                <a:lnTo>
                  <a:pt x="7279" y="3328"/>
                </a:lnTo>
                <a:lnTo>
                  <a:pt x="7125" y="3202"/>
                </a:lnTo>
                <a:lnTo>
                  <a:pt x="6969" y="3082"/>
                </a:lnTo>
                <a:lnTo>
                  <a:pt x="6812" y="2966"/>
                </a:lnTo>
                <a:lnTo>
                  <a:pt x="6653" y="2854"/>
                </a:lnTo>
                <a:lnTo>
                  <a:pt x="6491" y="2747"/>
                </a:lnTo>
                <a:lnTo>
                  <a:pt x="6328" y="2644"/>
                </a:lnTo>
                <a:lnTo>
                  <a:pt x="6162" y="2546"/>
                </a:lnTo>
                <a:lnTo>
                  <a:pt x="5996" y="2453"/>
                </a:lnTo>
                <a:lnTo>
                  <a:pt x="5827" y="2365"/>
                </a:lnTo>
                <a:lnTo>
                  <a:pt x="5656" y="2280"/>
                </a:lnTo>
                <a:lnTo>
                  <a:pt x="5483" y="2200"/>
                </a:lnTo>
                <a:lnTo>
                  <a:pt x="5308" y="2125"/>
                </a:lnTo>
                <a:lnTo>
                  <a:pt x="5132" y="2055"/>
                </a:lnTo>
                <a:lnTo>
                  <a:pt x="4954" y="1988"/>
                </a:lnTo>
                <a:lnTo>
                  <a:pt x="4773" y="1927"/>
                </a:lnTo>
                <a:lnTo>
                  <a:pt x="4591" y="1869"/>
                </a:lnTo>
                <a:lnTo>
                  <a:pt x="4406" y="1817"/>
                </a:lnTo>
                <a:lnTo>
                  <a:pt x="4221" y="1769"/>
                </a:lnTo>
                <a:lnTo>
                  <a:pt x="4033" y="1726"/>
                </a:lnTo>
                <a:lnTo>
                  <a:pt x="3842" y="1687"/>
                </a:lnTo>
                <a:lnTo>
                  <a:pt x="3651" y="1653"/>
                </a:lnTo>
                <a:lnTo>
                  <a:pt x="3457" y="1623"/>
                </a:lnTo>
                <a:lnTo>
                  <a:pt x="3261" y="1598"/>
                </a:lnTo>
                <a:lnTo>
                  <a:pt x="3064" y="1577"/>
                </a:lnTo>
                <a:lnTo>
                  <a:pt x="2864" y="1561"/>
                </a:lnTo>
                <a:lnTo>
                  <a:pt x="2663" y="1549"/>
                </a:lnTo>
                <a:lnTo>
                  <a:pt x="2460" y="1543"/>
                </a:lnTo>
                <a:lnTo>
                  <a:pt x="2255" y="1541"/>
                </a:lnTo>
                <a:lnTo>
                  <a:pt x="2181" y="1541"/>
                </a:lnTo>
                <a:lnTo>
                  <a:pt x="2106" y="1542"/>
                </a:lnTo>
                <a:lnTo>
                  <a:pt x="2032" y="1543"/>
                </a:lnTo>
                <a:lnTo>
                  <a:pt x="1960" y="1545"/>
                </a:lnTo>
                <a:lnTo>
                  <a:pt x="1886" y="1548"/>
                </a:lnTo>
                <a:lnTo>
                  <a:pt x="1813" y="1552"/>
                </a:lnTo>
                <a:lnTo>
                  <a:pt x="1740" y="1556"/>
                </a:lnTo>
                <a:lnTo>
                  <a:pt x="1667" y="1560"/>
                </a:lnTo>
                <a:lnTo>
                  <a:pt x="1595" y="1565"/>
                </a:lnTo>
                <a:lnTo>
                  <a:pt x="1523" y="1571"/>
                </a:lnTo>
                <a:lnTo>
                  <a:pt x="1451" y="1577"/>
                </a:lnTo>
                <a:lnTo>
                  <a:pt x="1379" y="1583"/>
                </a:lnTo>
                <a:lnTo>
                  <a:pt x="1309" y="1592"/>
                </a:lnTo>
                <a:lnTo>
                  <a:pt x="1237" y="1599"/>
                </a:lnTo>
                <a:lnTo>
                  <a:pt x="1166" y="1607"/>
                </a:lnTo>
                <a:lnTo>
                  <a:pt x="1096" y="1617"/>
                </a:lnTo>
                <a:lnTo>
                  <a:pt x="1025" y="1626"/>
                </a:lnTo>
                <a:lnTo>
                  <a:pt x="955" y="1637"/>
                </a:lnTo>
                <a:lnTo>
                  <a:pt x="886" y="1649"/>
                </a:lnTo>
                <a:lnTo>
                  <a:pt x="816" y="1660"/>
                </a:lnTo>
                <a:lnTo>
                  <a:pt x="747" y="1672"/>
                </a:lnTo>
                <a:lnTo>
                  <a:pt x="677" y="1685"/>
                </a:lnTo>
                <a:lnTo>
                  <a:pt x="609" y="1698"/>
                </a:lnTo>
                <a:lnTo>
                  <a:pt x="540" y="1713"/>
                </a:lnTo>
                <a:lnTo>
                  <a:pt x="471" y="1727"/>
                </a:lnTo>
                <a:lnTo>
                  <a:pt x="404" y="1742"/>
                </a:lnTo>
                <a:lnTo>
                  <a:pt x="335" y="1758"/>
                </a:lnTo>
                <a:lnTo>
                  <a:pt x="268" y="1774"/>
                </a:lnTo>
                <a:lnTo>
                  <a:pt x="200" y="1791"/>
                </a:lnTo>
                <a:lnTo>
                  <a:pt x="134" y="1809"/>
                </a:lnTo>
                <a:lnTo>
                  <a:pt x="66" y="1827"/>
                </a:lnTo>
                <a:lnTo>
                  <a:pt x="0" y="1846"/>
                </a:lnTo>
                <a:lnTo>
                  <a:pt x="0" y="250"/>
                </a:lnTo>
                <a:lnTo>
                  <a:pt x="135" y="219"/>
                </a:lnTo>
                <a:lnTo>
                  <a:pt x="271" y="192"/>
                </a:lnTo>
                <a:lnTo>
                  <a:pt x="407" y="166"/>
                </a:lnTo>
                <a:lnTo>
                  <a:pt x="544" y="140"/>
                </a:lnTo>
                <a:lnTo>
                  <a:pt x="682" y="118"/>
                </a:lnTo>
                <a:lnTo>
                  <a:pt x="822" y="98"/>
                </a:lnTo>
                <a:lnTo>
                  <a:pt x="961" y="79"/>
                </a:lnTo>
                <a:lnTo>
                  <a:pt x="1102" y="62"/>
                </a:lnTo>
                <a:lnTo>
                  <a:pt x="1243" y="47"/>
                </a:lnTo>
                <a:lnTo>
                  <a:pt x="1385" y="35"/>
                </a:lnTo>
                <a:lnTo>
                  <a:pt x="1528" y="24"/>
                </a:lnTo>
                <a:lnTo>
                  <a:pt x="1672" y="16"/>
                </a:lnTo>
                <a:lnTo>
                  <a:pt x="1816" y="8"/>
                </a:lnTo>
                <a:lnTo>
                  <a:pt x="1962" y="4"/>
                </a:lnTo>
                <a:lnTo>
                  <a:pt x="2108" y="1"/>
                </a:lnTo>
                <a:lnTo>
                  <a:pt x="2255" y="0"/>
                </a:lnTo>
                <a:lnTo>
                  <a:pt x="2499" y="3"/>
                </a:lnTo>
                <a:lnTo>
                  <a:pt x="2742" y="11"/>
                </a:lnTo>
                <a:lnTo>
                  <a:pt x="2983" y="24"/>
                </a:lnTo>
                <a:lnTo>
                  <a:pt x="3220" y="43"/>
                </a:lnTo>
                <a:lnTo>
                  <a:pt x="3456" y="68"/>
                </a:lnTo>
                <a:lnTo>
                  <a:pt x="3689" y="98"/>
                </a:lnTo>
                <a:lnTo>
                  <a:pt x="3921" y="133"/>
                </a:lnTo>
                <a:lnTo>
                  <a:pt x="4150" y="174"/>
                </a:lnTo>
                <a:lnTo>
                  <a:pt x="4377" y="220"/>
                </a:lnTo>
                <a:lnTo>
                  <a:pt x="4601" y="272"/>
                </a:lnTo>
                <a:lnTo>
                  <a:pt x="4824" y="329"/>
                </a:lnTo>
                <a:lnTo>
                  <a:pt x="5043" y="391"/>
                </a:lnTo>
                <a:lnTo>
                  <a:pt x="5262" y="459"/>
                </a:lnTo>
                <a:lnTo>
                  <a:pt x="5477" y="533"/>
                </a:lnTo>
                <a:lnTo>
                  <a:pt x="5691" y="612"/>
                </a:lnTo>
                <a:lnTo>
                  <a:pt x="5902" y="696"/>
                </a:lnTo>
                <a:lnTo>
                  <a:pt x="6111" y="786"/>
                </a:lnTo>
                <a:lnTo>
                  <a:pt x="6317" y="881"/>
                </a:lnTo>
                <a:lnTo>
                  <a:pt x="6521" y="981"/>
                </a:lnTo>
                <a:lnTo>
                  <a:pt x="6723" y="1087"/>
                </a:lnTo>
                <a:lnTo>
                  <a:pt x="6923" y="1198"/>
                </a:lnTo>
                <a:lnTo>
                  <a:pt x="7121" y="1315"/>
                </a:lnTo>
                <a:lnTo>
                  <a:pt x="7316" y="1438"/>
                </a:lnTo>
                <a:lnTo>
                  <a:pt x="7509" y="1565"/>
                </a:lnTo>
                <a:lnTo>
                  <a:pt x="7700" y="1699"/>
                </a:lnTo>
                <a:lnTo>
                  <a:pt x="7889" y="1837"/>
                </a:lnTo>
                <a:lnTo>
                  <a:pt x="8074" y="1982"/>
                </a:lnTo>
                <a:lnTo>
                  <a:pt x="8259" y="2132"/>
                </a:lnTo>
                <a:lnTo>
                  <a:pt x="8440" y="2287"/>
                </a:lnTo>
                <a:lnTo>
                  <a:pt x="8620" y="2447"/>
                </a:lnTo>
                <a:lnTo>
                  <a:pt x="8797" y="2613"/>
                </a:lnTo>
                <a:lnTo>
                  <a:pt x="8972" y="2785"/>
                </a:lnTo>
                <a:lnTo>
                  <a:pt x="9144" y="2960"/>
                </a:lnTo>
                <a:lnTo>
                  <a:pt x="9309" y="3137"/>
                </a:lnTo>
                <a:lnTo>
                  <a:pt x="9470" y="3316"/>
                </a:lnTo>
                <a:lnTo>
                  <a:pt x="9625" y="3498"/>
                </a:lnTo>
                <a:lnTo>
                  <a:pt x="9774" y="3682"/>
                </a:lnTo>
                <a:lnTo>
                  <a:pt x="9919" y="3868"/>
                </a:lnTo>
                <a:lnTo>
                  <a:pt x="10057" y="4057"/>
                </a:lnTo>
                <a:lnTo>
                  <a:pt x="10191" y="4247"/>
                </a:lnTo>
                <a:lnTo>
                  <a:pt x="10319" y="4440"/>
                </a:lnTo>
                <a:lnTo>
                  <a:pt x="10441" y="4636"/>
                </a:lnTo>
                <a:lnTo>
                  <a:pt x="10558" y="4833"/>
                </a:lnTo>
                <a:lnTo>
                  <a:pt x="10669" y="5033"/>
                </a:lnTo>
                <a:lnTo>
                  <a:pt x="10775" y="5235"/>
                </a:lnTo>
                <a:lnTo>
                  <a:pt x="10875" y="5439"/>
                </a:lnTo>
                <a:lnTo>
                  <a:pt x="10970" y="5646"/>
                </a:lnTo>
                <a:lnTo>
                  <a:pt x="11060" y="5855"/>
                </a:lnTo>
                <a:lnTo>
                  <a:pt x="11144" y="6066"/>
                </a:lnTo>
                <a:lnTo>
                  <a:pt x="11223" y="6280"/>
                </a:lnTo>
                <a:lnTo>
                  <a:pt x="11297" y="6495"/>
                </a:lnTo>
                <a:lnTo>
                  <a:pt x="11365" y="6712"/>
                </a:lnTo>
                <a:lnTo>
                  <a:pt x="11427" y="6933"/>
                </a:lnTo>
                <a:lnTo>
                  <a:pt x="11484" y="7155"/>
                </a:lnTo>
                <a:lnTo>
                  <a:pt x="11536" y="7380"/>
                </a:lnTo>
                <a:lnTo>
                  <a:pt x="11582" y="7607"/>
                </a:lnTo>
                <a:lnTo>
                  <a:pt x="11623" y="7836"/>
                </a:lnTo>
                <a:lnTo>
                  <a:pt x="11658" y="8067"/>
                </a:lnTo>
                <a:lnTo>
                  <a:pt x="11689" y="8301"/>
                </a:lnTo>
                <a:lnTo>
                  <a:pt x="11713" y="8536"/>
                </a:lnTo>
                <a:lnTo>
                  <a:pt x="11732" y="8774"/>
                </a:lnTo>
                <a:lnTo>
                  <a:pt x="11745" y="9015"/>
                </a:lnTo>
                <a:lnTo>
                  <a:pt x="11753" y="9258"/>
                </a:lnTo>
                <a:lnTo>
                  <a:pt x="11756" y="9502"/>
                </a:lnTo>
                <a:lnTo>
                  <a:pt x="11753" y="9747"/>
                </a:lnTo>
                <a:lnTo>
                  <a:pt x="11745" y="9990"/>
                </a:lnTo>
                <a:lnTo>
                  <a:pt x="11732" y="10229"/>
                </a:lnTo>
                <a:lnTo>
                  <a:pt x="11713" y="10467"/>
                </a:lnTo>
                <a:lnTo>
                  <a:pt x="11689" y="10703"/>
                </a:lnTo>
                <a:lnTo>
                  <a:pt x="11658" y="10937"/>
                </a:lnTo>
                <a:lnTo>
                  <a:pt x="11623" y="11168"/>
                </a:lnTo>
                <a:lnTo>
                  <a:pt x="11582" y="11397"/>
                </a:lnTo>
                <a:lnTo>
                  <a:pt x="11536" y="11623"/>
                </a:lnTo>
                <a:lnTo>
                  <a:pt x="11484" y="11848"/>
                </a:lnTo>
                <a:lnTo>
                  <a:pt x="11427" y="12070"/>
                </a:lnTo>
                <a:lnTo>
                  <a:pt x="11365" y="12290"/>
                </a:lnTo>
                <a:lnTo>
                  <a:pt x="11297" y="12507"/>
                </a:lnTo>
                <a:lnTo>
                  <a:pt x="11223" y="12722"/>
                </a:lnTo>
                <a:lnTo>
                  <a:pt x="11144" y="12935"/>
                </a:lnTo>
                <a:lnTo>
                  <a:pt x="11060" y="13146"/>
                </a:lnTo>
                <a:lnTo>
                  <a:pt x="10970" y="13355"/>
                </a:lnTo>
                <a:lnTo>
                  <a:pt x="10875" y="13562"/>
                </a:lnTo>
                <a:lnTo>
                  <a:pt x="10775" y="13767"/>
                </a:lnTo>
                <a:lnTo>
                  <a:pt x="10669" y="13968"/>
                </a:lnTo>
                <a:lnTo>
                  <a:pt x="10558" y="14167"/>
                </a:lnTo>
                <a:lnTo>
                  <a:pt x="10441" y="14365"/>
                </a:lnTo>
                <a:lnTo>
                  <a:pt x="10319" y="14560"/>
                </a:lnTo>
                <a:lnTo>
                  <a:pt x="10191" y="14753"/>
                </a:lnTo>
                <a:lnTo>
                  <a:pt x="10057" y="14944"/>
                </a:lnTo>
                <a:lnTo>
                  <a:pt x="9919" y="15132"/>
                </a:lnTo>
                <a:lnTo>
                  <a:pt x="9774" y="15318"/>
                </a:lnTo>
                <a:lnTo>
                  <a:pt x="9625" y="15503"/>
                </a:lnTo>
                <a:lnTo>
                  <a:pt x="9470" y="15684"/>
                </a:lnTo>
                <a:lnTo>
                  <a:pt x="9309" y="15863"/>
                </a:lnTo>
                <a:lnTo>
                  <a:pt x="9144" y="16041"/>
                </a:lnTo>
                <a:lnTo>
                  <a:pt x="8972" y="16216"/>
                </a:lnTo>
                <a:lnTo>
                  <a:pt x="8883" y="16303"/>
                </a:lnTo>
                <a:lnTo>
                  <a:pt x="8795" y="16389"/>
                </a:lnTo>
                <a:lnTo>
                  <a:pt x="8705" y="16474"/>
                </a:lnTo>
                <a:lnTo>
                  <a:pt x="8614" y="16556"/>
                </a:lnTo>
                <a:lnTo>
                  <a:pt x="8524" y="16639"/>
                </a:lnTo>
                <a:lnTo>
                  <a:pt x="8432" y="16719"/>
                </a:lnTo>
                <a:lnTo>
                  <a:pt x="8340" y="16798"/>
                </a:lnTo>
                <a:lnTo>
                  <a:pt x="8247" y="16876"/>
                </a:lnTo>
                <a:lnTo>
                  <a:pt x="5291" y="16876"/>
                </a:lnTo>
                <a:close/>
                <a:moveTo>
                  <a:pt x="4204" y="4606"/>
                </a:moveTo>
                <a:lnTo>
                  <a:pt x="4203" y="4654"/>
                </a:lnTo>
                <a:lnTo>
                  <a:pt x="4202" y="4700"/>
                </a:lnTo>
                <a:lnTo>
                  <a:pt x="4198" y="4746"/>
                </a:lnTo>
                <a:lnTo>
                  <a:pt x="4194" y="4792"/>
                </a:lnTo>
                <a:lnTo>
                  <a:pt x="4189" y="4837"/>
                </a:lnTo>
                <a:lnTo>
                  <a:pt x="4184" y="4881"/>
                </a:lnTo>
                <a:lnTo>
                  <a:pt x="4176" y="4926"/>
                </a:lnTo>
                <a:lnTo>
                  <a:pt x="4168" y="4970"/>
                </a:lnTo>
                <a:lnTo>
                  <a:pt x="4158" y="5013"/>
                </a:lnTo>
                <a:lnTo>
                  <a:pt x="4148" y="5056"/>
                </a:lnTo>
                <a:lnTo>
                  <a:pt x="4136" y="5099"/>
                </a:lnTo>
                <a:lnTo>
                  <a:pt x="4123" y="5141"/>
                </a:lnTo>
                <a:lnTo>
                  <a:pt x="4109" y="5182"/>
                </a:lnTo>
                <a:lnTo>
                  <a:pt x="4094" y="5224"/>
                </a:lnTo>
                <a:lnTo>
                  <a:pt x="4077" y="5264"/>
                </a:lnTo>
                <a:lnTo>
                  <a:pt x="4060" y="5305"/>
                </a:lnTo>
                <a:lnTo>
                  <a:pt x="4041" y="5345"/>
                </a:lnTo>
                <a:lnTo>
                  <a:pt x="4022" y="5384"/>
                </a:lnTo>
                <a:lnTo>
                  <a:pt x="4001" y="5424"/>
                </a:lnTo>
                <a:lnTo>
                  <a:pt x="3980" y="5463"/>
                </a:lnTo>
                <a:lnTo>
                  <a:pt x="3957" y="5501"/>
                </a:lnTo>
                <a:lnTo>
                  <a:pt x="3933" y="5538"/>
                </a:lnTo>
                <a:lnTo>
                  <a:pt x="3907" y="5575"/>
                </a:lnTo>
                <a:lnTo>
                  <a:pt x="3881" y="5613"/>
                </a:lnTo>
                <a:lnTo>
                  <a:pt x="3854" y="5649"/>
                </a:lnTo>
                <a:lnTo>
                  <a:pt x="3825" y="5685"/>
                </a:lnTo>
                <a:lnTo>
                  <a:pt x="3795" y="5721"/>
                </a:lnTo>
                <a:lnTo>
                  <a:pt x="3764" y="5757"/>
                </a:lnTo>
                <a:lnTo>
                  <a:pt x="3732" y="5792"/>
                </a:lnTo>
                <a:lnTo>
                  <a:pt x="3699" y="5826"/>
                </a:lnTo>
                <a:lnTo>
                  <a:pt x="3665" y="5860"/>
                </a:lnTo>
                <a:lnTo>
                  <a:pt x="3629" y="5894"/>
                </a:lnTo>
                <a:lnTo>
                  <a:pt x="3593" y="5927"/>
                </a:lnTo>
                <a:lnTo>
                  <a:pt x="3556" y="5958"/>
                </a:lnTo>
                <a:lnTo>
                  <a:pt x="3519" y="5989"/>
                </a:lnTo>
                <a:lnTo>
                  <a:pt x="3481" y="6019"/>
                </a:lnTo>
                <a:lnTo>
                  <a:pt x="3443" y="6048"/>
                </a:lnTo>
                <a:lnTo>
                  <a:pt x="3405" y="6075"/>
                </a:lnTo>
                <a:lnTo>
                  <a:pt x="3366" y="6102"/>
                </a:lnTo>
                <a:lnTo>
                  <a:pt x="3327" y="6128"/>
                </a:lnTo>
                <a:lnTo>
                  <a:pt x="3288" y="6152"/>
                </a:lnTo>
                <a:lnTo>
                  <a:pt x="3248" y="6176"/>
                </a:lnTo>
                <a:lnTo>
                  <a:pt x="3207" y="6198"/>
                </a:lnTo>
                <a:lnTo>
                  <a:pt x="3166" y="6220"/>
                </a:lnTo>
                <a:lnTo>
                  <a:pt x="3125" y="6240"/>
                </a:lnTo>
                <a:lnTo>
                  <a:pt x="3084" y="6259"/>
                </a:lnTo>
                <a:lnTo>
                  <a:pt x="3042" y="6278"/>
                </a:lnTo>
                <a:lnTo>
                  <a:pt x="2998" y="6295"/>
                </a:lnTo>
                <a:lnTo>
                  <a:pt x="2955" y="6311"/>
                </a:lnTo>
                <a:lnTo>
                  <a:pt x="2912" y="6326"/>
                </a:lnTo>
                <a:lnTo>
                  <a:pt x="2868" y="6340"/>
                </a:lnTo>
                <a:lnTo>
                  <a:pt x="2823" y="6353"/>
                </a:lnTo>
                <a:lnTo>
                  <a:pt x="2779" y="6365"/>
                </a:lnTo>
                <a:lnTo>
                  <a:pt x="2734" y="6376"/>
                </a:lnTo>
                <a:lnTo>
                  <a:pt x="2687" y="6387"/>
                </a:lnTo>
                <a:lnTo>
                  <a:pt x="2641" y="6395"/>
                </a:lnTo>
                <a:lnTo>
                  <a:pt x="2594" y="6402"/>
                </a:lnTo>
                <a:lnTo>
                  <a:pt x="2547" y="6410"/>
                </a:lnTo>
                <a:lnTo>
                  <a:pt x="2499" y="6415"/>
                </a:lnTo>
                <a:lnTo>
                  <a:pt x="2452" y="6420"/>
                </a:lnTo>
                <a:lnTo>
                  <a:pt x="2404" y="6423"/>
                </a:lnTo>
                <a:lnTo>
                  <a:pt x="2354" y="6427"/>
                </a:lnTo>
                <a:lnTo>
                  <a:pt x="2304" y="6428"/>
                </a:lnTo>
                <a:lnTo>
                  <a:pt x="2255" y="6429"/>
                </a:lnTo>
                <a:lnTo>
                  <a:pt x="2204" y="6428"/>
                </a:lnTo>
                <a:lnTo>
                  <a:pt x="2155" y="6427"/>
                </a:lnTo>
                <a:lnTo>
                  <a:pt x="2104" y="6423"/>
                </a:lnTo>
                <a:lnTo>
                  <a:pt x="2055" y="6420"/>
                </a:lnTo>
                <a:lnTo>
                  <a:pt x="2007" y="6415"/>
                </a:lnTo>
                <a:lnTo>
                  <a:pt x="1958" y="6410"/>
                </a:lnTo>
                <a:lnTo>
                  <a:pt x="1911" y="6402"/>
                </a:lnTo>
                <a:lnTo>
                  <a:pt x="1864" y="6395"/>
                </a:lnTo>
                <a:lnTo>
                  <a:pt x="1817" y="6387"/>
                </a:lnTo>
                <a:lnTo>
                  <a:pt x="1771" y="6376"/>
                </a:lnTo>
                <a:lnTo>
                  <a:pt x="1724" y="6365"/>
                </a:lnTo>
                <a:lnTo>
                  <a:pt x="1679" y="6353"/>
                </a:lnTo>
                <a:lnTo>
                  <a:pt x="1635" y="6340"/>
                </a:lnTo>
                <a:lnTo>
                  <a:pt x="1590" y="6326"/>
                </a:lnTo>
                <a:lnTo>
                  <a:pt x="1546" y="6311"/>
                </a:lnTo>
                <a:lnTo>
                  <a:pt x="1503" y="6295"/>
                </a:lnTo>
                <a:lnTo>
                  <a:pt x="1460" y="6278"/>
                </a:lnTo>
                <a:lnTo>
                  <a:pt x="1417" y="6259"/>
                </a:lnTo>
                <a:lnTo>
                  <a:pt x="1375" y="6240"/>
                </a:lnTo>
                <a:lnTo>
                  <a:pt x="1334" y="6220"/>
                </a:lnTo>
                <a:lnTo>
                  <a:pt x="1293" y="6198"/>
                </a:lnTo>
                <a:lnTo>
                  <a:pt x="1253" y="6176"/>
                </a:lnTo>
                <a:lnTo>
                  <a:pt x="1213" y="6152"/>
                </a:lnTo>
                <a:lnTo>
                  <a:pt x="1173" y="6128"/>
                </a:lnTo>
                <a:lnTo>
                  <a:pt x="1134" y="6102"/>
                </a:lnTo>
                <a:lnTo>
                  <a:pt x="1095" y="6075"/>
                </a:lnTo>
                <a:lnTo>
                  <a:pt x="1057" y="6048"/>
                </a:lnTo>
                <a:lnTo>
                  <a:pt x="1019" y="6019"/>
                </a:lnTo>
                <a:lnTo>
                  <a:pt x="982" y="5989"/>
                </a:lnTo>
                <a:lnTo>
                  <a:pt x="945" y="5958"/>
                </a:lnTo>
                <a:lnTo>
                  <a:pt x="909" y="5927"/>
                </a:lnTo>
                <a:lnTo>
                  <a:pt x="873" y="5894"/>
                </a:lnTo>
                <a:lnTo>
                  <a:pt x="838" y="5860"/>
                </a:lnTo>
                <a:lnTo>
                  <a:pt x="805" y="5826"/>
                </a:lnTo>
                <a:lnTo>
                  <a:pt x="772" y="5792"/>
                </a:lnTo>
                <a:lnTo>
                  <a:pt x="740" y="5757"/>
                </a:lnTo>
                <a:lnTo>
                  <a:pt x="710" y="5721"/>
                </a:lnTo>
                <a:lnTo>
                  <a:pt x="680" y="5685"/>
                </a:lnTo>
                <a:lnTo>
                  <a:pt x="653" y="5649"/>
                </a:lnTo>
                <a:lnTo>
                  <a:pt x="625" y="5613"/>
                </a:lnTo>
                <a:lnTo>
                  <a:pt x="599" y="5575"/>
                </a:lnTo>
                <a:lnTo>
                  <a:pt x="575" y="5538"/>
                </a:lnTo>
                <a:lnTo>
                  <a:pt x="551" y="5501"/>
                </a:lnTo>
                <a:lnTo>
                  <a:pt x="528" y="5463"/>
                </a:lnTo>
                <a:lnTo>
                  <a:pt x="506" y="5424"/>
                </a:lnTo>
                <a:lnTo>
                  <a:pt x="486" y="5384"/>
                </a:lnTo>
                <a:lnTo>
                  <a:pt x="467" y="5345"/>
                </a:lnTo>
                <a:lnTo>
                  <a:pt x="448" y="5305"/>
                </a:lnTo>
                <a:lnTo>
                  <a:pt x="431" y="5264"/>
                </a:lnTo>
                <a:lnTo>
                  <a:pt x="416" y="5224"/>
                </a:lnTo>
                <a:lnTo>
                  <a:pt x="400" y="5182"/>
                </a:lnTo>
                <a:lnTo>
                  <a:pt x="386" y="5141"/>
                </a:lnTo>
                <a:lnTo>
                  <a:pt x="373" y="5099"/>
                </a:lnTo>
                <a:lnTo>
                  <a:pt x="362" y="5056"/>
                </a:lnTo>
                <a:lnTo>
                  <a:pt x="351" y="5013"/>
                </a:lnTo>
                <a:lnTo>
                  <a:pt x="342" y="4970"/>
                </a:lnTo>
                <a:lnTo>
                  <a:pt x="333" y="4926"/>
                </a:lnTo>
                <a:lnTo>
                  <a:pt x="326" y="4881"/>
                </a:lnTo>
                <a:lnTo>
                  <a:pt x="321" y="4837"/>
                </a:lnTo>
                <a:lnTo>
                  <a:pt x="315" y="4792"/>
                </a:lnTo>
                <a:lnTo>
                  <a:pt x="311" y="4746"/>
                </a:lnTo>
                <a:lnTo>
                  <a:pt x="309" y="4700"/>
                </a:lnTo>
                <a:lnTo>
                  <a:pt x="307" y="4654"/>
                </a:lnTo>
                <a:lnTo>
                  <a:pt x="306" y="4606"/>
                </a:lnTo>
                <a:lnTo>
                  <a:pt x="307" y="4560"/>
                </a:lnTo>
                <a:lnTo>
                  <a:pt x="309" y="4513"/>
                </a:lnTo>
                <a:lnTo>
                  <a:pt x="311" y="4467"/>
                </a:lnTo>
                <a:lnTo>
                  <a:pt x="315" y="4422"/>
                </a:lnTo>
                <a:lnTo>
                  <a:pt x="321" y="4376"/>
                </a:lnTo>
                <a:lnTo>
                  <a:pt x="326" y="4331"/>
                </a:lnTo>
                <a:lnTo>
                  <a:pt x="333" y="4287"/>
                </a:lnTo>
                <a:lnTo>
                  <a:pt x="342" y="4242"/>
                </a:lnTo>
                <a:lnTo>
                  <a:pt x="351" y="4199"/>
                </a:lnTo>
                <a:lnTo>
                  <a:pt x="362" y="4156"/>
                </a:lnTo>
                <a:lnTo>
                  <a:pt x="373" y="4114"/>
                </a:lnTo>
                <a:lnTo>
                  <a:pt x="386" y="4070"/>
                </a:lnTo>
                <a:lnTo>
                  <a:pt x="400" y="4029"/>
                </a:lnTo>
                <a:lnTo>
                  <a:pt x="416" y="3987"/>
                </a:lnTo>
                <a:lnTo>
                  <a:pt x="431" y="3947"/>
                </a:lnTo>
                <a:lnTo>
                  <a:pt x="448" y="3906"/>
                </a:lnTo>
                <a:lnTo>
                  <a:pt x="467" y="3866"/>
                </a:lnTo>
                <a:lnTo>
                  <a:pt x="486" y="3826"/>
                </a:lnTo>
                <a:lnTo>
                  <a:pt x="506" y="3787"/>
                </a:lnTo>
                <a:lnTo>
                  <a:pt x="528" y="3748"/>
                </a:lnTo>
                <a:lnTo>
                  <a:pt x="551" y="3710"/>
                </a:lnTo>
                <a:lnTo>
                  <a:pt x="575" y="3672"/>
                </a:lnTo>
                <a:lnTo>
                  <a:pt x="599" y="3634"/>
                </a:lnTo>
                <a:lnTo>
                  <a:pt x="625" y="3597"/>
                </a:lnTo>
                <a:lnTo>
                  <a:pt x="653" y="3560"/>
                </a:lnTo>
                <a:lnTo>
                  <a:pt x="680" y="3524"/>
                </a:lnTo>
                <a:lnTo>
                  <a:pt x="710" y="3488"/>
                </a:lnTo>
                <a:lnTo>
                  <a:pt x="740" y="3452"/>
                </a:lnTo>
                <a:lnTo>
                  <a:pt x="772" y="3417"/>
                </a:lnTo>
                <a:lnTo>
                  <a:pt x="805" y="3383"/>
                </a:lnTo>
                <a:lnTo>
                  <a:pt x="838" y="3349"/>
                </a:lnTo>
                <a:lnTo>
                  <a:pt x="873" y="3315"/>
                </a:lnTo>
                <a:lnTo>
                  <a:pt x="909" y="3282"/>
                </a:lnTo>
                <a:lnTo>
                  <a:pt x="945" y="3251"/>
                </a:lnTo>
                <a:lnTo>
                  <a:pt x="982" y="3220"/>
                </a:lnTo>
                <a:lnTo>
                  <a:pt x="1019" y="3192"/>
                </a:lnTo>
                <a:lnTo>
                  <a:pt x="1057" y="3163"/>
                </a:lnTo>
                <a:lnTo>
                  <a:pt x="1095" y="3136"/>
                </a:lnTo>
                <a:lnTo>
                  <a:pt x="1134" y="3109"/>
                </a:lnTo>
                <a:lnTo>
                  <a:pt x="1173" y="3083"/>
                </a:lnTo>
                <a:lnTo>
                  <a:pt x="1213" y="3059"/>
                </a:lnTo>
                <a:lnTo>
                  <a:pt x="1253" y="3036"/>
                </a:lnTo>
                <a:lnTo>
                  <a:pt x="1293" y="3013"/>
                </a:lnTo>
                <a:lnTo>
                  <a:pt x="1334" y="2992"/>
                </a:lnTo>
                <a:lnTo>
                  <a:pt x="1375" y="2972"/>
                </a:lnTo>
                <a:lnTo>
                  <a:pt x="1417" y="2953"/>
                </a:lnTo>
                <a:lnTo>
                  <a:pt x="1460" y="2934"/>
                </a:lnTo>
                <a:lnTo>
                  <a:pt x="1503" y="2917"/>
                </a:lnTo>
                <a:lnTo>
                  <a:pt x="1546" y="2902"/>
                </a:lnTo>
                <a:lnTo>
                  <a:pt x="1590" y="2887"/>
                </a:lnTo>
                <a:lnTo>
                  <a:pt x="1635" y="2872"/>
                </a:lnTo>
                <a:lnTo>
                  <a:pt x="1679" y="2859"/>
                </a:lnTo>
                <a:lnTo>
                  <a:pt x="1724" y="2848"/>
                </a:lnTo>
                <a:lnTo>
                  <a:pt x="1771" y="2836"/>
                </a:lnTo>
                <a:lnTo>
                  <a:pt x="1817" y="2827"/>
                </a:lnTo>
                <a:lnTo>
                  <a:pt x="1864" y="2818"/>
                </a:lnTo>
                <a:lnTo>
                  <a:pt x="1911" y="2810"/>
                </a:lnTo>
                <a:lnTo>
                  <a:pt x="1958" y="2804"/>
                </a:lnTo>
                <a:lnTo>
                  <a:pt x="2007" y="2797"/>
                </a:lnTo>
                <a:lnTo>
                  <a:pt x="2055" y="2793"/>
                </a:lnTo>
                <a:lnTo>
                  <a:pt x="2104" y="2789"/>
                </a:lnTo>
                <a:lnTo>
                  <a:pt x="2155" y="2787"/>
                </a:lnTo>
                <a:lnTo>
                  <a:pt x="2204" y="2785"/>
                </a:lnTo>
                <a:lnTo>
                  <a:pt x="2255" y="2785"/>
                </a:lnTo>
                <a:lnTo>
                  <a:pt x="2304" y="2785"/>
                </a:lnTo>
                <a:lnTo>
                  <a:pt x="2354" y="2787"/>
                </a:lnTo>
                <a:lnTo>
                  <a:pt x="2404" y="2789"/>
                </a:lnTo>
                <a:lnTo>
                  <a:pt x="2452" y="2793"/>
                </a:lnTo>
                <a:lnTo>
                  <a:pt x="2499" y="2797"/>
                </a:lnTo>
                <a:lnTo>
                  <a:pt x="2547" y="2804"/>
                </a:lnTo>
                <a:lnTo>
                  <a:pt x="2594" y="2810"/>
                </a:lnTo>
                <a:lnTo>
                  <a:pt x="2641" y="2818"/>
                </a:lnTo>
                <a:lnTo>
                  <a:pt x="2687" y="2827"/>
                </a:lnTo>
                <a:lnTo>
                  <a:pt x="2734" y="2836"/>
                </a:lnTo>
                <a:lnTo>
                  <a:pt x="2779" y="2848"/>
                </a:lnTo>
                <a:lnTo>
                  <a:pt x="2823" y="2859"/>
                </a:lnTo>
                <a:lnTo>
                  <a:pt x="2868" y="2872"/>
                </a:lnTo>
                <a:lnTo>
                  <a:pt x="2912" y="2887"/>
                </a:lnTo>
                <a:lnTo>
                  <a:pt x="2955" y="2902"/>
                </a:lnTo>
                <a:lnTo>
                  <a:pt x="2998" y="2917"/>
                </a:lnTo>
                <a:lnTo>
                  <a:pt x="3042" y="2934"/>
                </a:lnTo>
                <a:lnTo>
                  <a:pt x="3084" y="2953"/>
                </a:lnTo>
                <a:lnTo>
                  <a:pt x="3125" y="2972"/>
                </a:lnTo>
                <a:lnTo>
                  <a:pt x="3166" y="2992"/>
                </a:lnTo>
                <a:lnTo>
                  <a:pt x="3207" y="3013"/>
                </a:lnTo>
                <a:lnTo>
                  <a:pt x="3248" y="3036"/>
                </a:lnTo>
                <a:lnTo>
                  <a:pt x="3288" y="3059"/>
                </a:lnTo>
                <a:lnTo>
                  <a:pt x="3327" y="3083"/>
                </a:lnTo>
                <a:lnTo>
                  <a:pt x="3366" y="3109"/>
                </a:lnTo>
                <a:lnTo>
                  <a:pt x="3405" y="3136"/>
                </a:lnTo>
                <a:lnTo>
                  <a:pt x="3443" y="3163"/>
                </a:lnTo>
                <a:lnTo>
                  <a:pt x="3481" y="3192"/>
                </a:lnTo>
                <a:lnTo>
                  <a:pt x="3519" y="3220"/>
                </a:lnTo>
                <a:lnTo>
                  <a:pt x="3556" y="3251"/>
                </a:lnTo>
                <a:lnTo>
                  <a:pt x="3593" y="3282"/>
                </a:lnTo>
                <a:lnTo>
                  <a:pt x="3629" y="3315"/>
                </a:lnTo>
                <a:lnTo>
                  <a:pt x="3665" y="3349"/>
                </a:lnTo>
                <a:lnTo>
                  <a:pt x="3699" y="3383"/>
                </a:lnTo>
                <a:lnTo>
                  <a:pt x="3732" y="3417"/>
                </a:lnTo>
                <a:lnTo>
                  <a:pt x="3764" y="3452"/>
                </a:lnTo>
                <a:lnTo>
                  <a:pt x="3795" y="3488"/>
                </a:lnTo>
                <a:lnTo>
                  <a:pt x="3825" y="3524"/>
                </a:lnTo>
                <a:lnTo>
                  <a:pt x="3854" y="3560"/>
                </a:lnTo>
                <a:lnTo>
                  <a:pt x="3881" y="3597"/>
                </a:lnTo>
                <a:lnTo>
                  <a:pt x="3907" y="3634"/>
                </a:lnTo>
                <a:lnTo>
                  <a:pt x="3933" y="3672"/>
                </a:lnTo>
                <a:lnTo>
                  <a:pt x="3957" y="3710"/>
                </a:lnTo>
                <a:lnTo>
                  <a:pt x="3980" y="3748"/>
                </a:lnTo>
                <a:lnTo>
                  <a:pt x="4001" y="3787"/>
                </a:lnTo>
                <a:lnTo>
                  <a:pt x="4022" y="3826"/>
                </a:lnTo>
                <a:lnTo>
                  <a:pt x="4041" y="3866"/>
                </a:lnTo>
                <a:lnTo>
                  <a:pt x="4060" y="3906"/>
                </a:lnTo>
                <a:lnTo>
                  <a:pt x="4077" y="3947"/>
                </a:lnTo>
                <a:lnTo>
                  <a:pt x="4094" y="3987"/>
                </a:lnTo>
                <a:lnTo>
                  <a:pt x="4109" y="4029"/>
                </a:lnTo>
                <a:lnTo>
                  <a:pt x="4123" y="4070"/>
                </a:lnTo>
                <a:lnTo>
                  <a:pt x="4136" y="4114"/>
                </a:lnTo>
                <a:lnTo>
                  <a:pt x="4148" y="4156"/>
                </a:lnTo>
                <a:lnTo>
                  <a:pt x="4158" y="4199"/>
                </a:lnTo>
                <a:lnTo>
                  <a:pt x="4168" y="4242"/>
                </a:lnTo>
                <a:lnTo>
                  <a:pt x="4176" y="4287"/>
                </a:lnTo>
                <a:lnTo>
                  <a:pt x="4184" y="4331"/>
                </a:lnTo>
                <a:lnTo>
                  <a:pt x="4189" y="4376"/>
                </a:lnTo>
                <a:lnTo>
                  <a:pt x="4194" y="4422"/>
                </a:lnTo>
                <a:lnTo>
                  <a:pt x="4198" y="4467"/>
                </a:lnTo>
                <a:lnTo>
                  <a:pt x="4202" y="4513"/>
                </a:lnTo>
                <a:lnTo>
                  <a:pt x="4203" y="4560"/>
                </a:lnTo>
                <a:lnTo>
                  <a:pt x="4204" y="4606"/>
                </a:lnTo>
                <a:close/>
                <a:moveTo>
                  <a:pt x="3843" y="16604"/>
                </a:moveTo>
                <a:lnTo>
                  <a:pt x="655" y="16604"/>
                </a:lnTo>
                <a:lnTo>
                  <a:pt x="655" y="7553"/>
                </a:lnTo>
                <a:lnTo>
                  <a:pt x="3843" y="7553"/>
                </a:lnTo>
                <a:lnTo>
                  <a:pt x="3843" y="16604"/>
                </a:lnTo>
                <a:close/>
              </a:path>
            </a:pathLst>
          </a:custGeom>
          <a:solidFill>
            <a:srgbClr val="F09632"/>
          </a:solidFill>
          <a:ln w="9525">
            <a:solidFill>
              <a:srgbClr val="EF7F00"/>
            </a:solidFill>
            <a:round/>
            <a:headEnd/>
            <a:tailEnd/>
          </a:ln>
        </p:spPr>
        <p:txBody>
          <a:bodyPr lIns="103156" tIns="51579" rIns="103156" bIns="51579"/>
          <a:lstStyle/>
          <a:p>
            <a:pPr>
              <a:defRPr/>
            </a:pPr>
            <a:endParaRPr lang="it-IT" sz="2400">
              <a:ea typeface="ＭＳ Ｐゴシック" pitchFamily="34" charset="-128"/>
            </a:endParaRPr>
          </a:p>
        </p:txBody>
      </p:sp>
      <p:sp>
        <p:nvSpPr>
          <p:cNvPr id="6" name="SfondoFooter"/>
          <p:cNvSpPr/>
          <p:nvPr userDrawn="1"/>
        </p:nvSpPr>
        <p:spPr bwMode="auto">
          <a:xfrm>
            <a:off x="1" y="6047317"/>
            <a:ext cx="12189884" cy="810683"/>
          </a:xfrm>
          <a:prstGeom prst="rect">
            <a:avLst/>
          </a:prstGeom>
          <a:solidFill>
            <a:srgbClr val="EF7F00"/>
          </a:solidFill>
          <a:ln>
            <a:noFill/>
          </a:ln>
          <a:effectLst>
            <a:outerShdw blurRad="50800" dist="38100" dir="16200000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ct val="20000"/>
              </a:spcBef>
              <a:buFontTx/>
              <a:buChar char="•"/>
              <a:defRPr/>
            </a:pPr>
            <a:endParaRPr lang="it-IT" sz="2400">
              <a:solidFill>
                <a:schemeClr val="bg1"/>
              </a:solidFill>
              <a:ea typeface="+mn-ea"/>
            </a:endParaRPr>
          </a:p>
        </p:txBody>
      </p:sp>
      <p:sp>
        <p:nvSpPr>
          <p:cNvPr id="12294" name="Freeform 11"/>
          <p:cNvSpPr>
            <a:spLocks noChangeAspect="1" noEditPoints="1"/>
          </p:cNvSpPr>
          <p:nvPr/>
        </p:nvSpPr>
        <p:spPr bwMode="auto">
          <a:xfrm>
            <a:off x="11040534" y="179918"/>
            <a:ext cx="817033" cy="819149"/>
          </a:xfrm>
          <a:custGeom>
            <a:avLst/>
            <a:gdLst>
              <a:gd name="T0" fmla="*/ 2147483647 w 13098"/>
              <a:gd name="T1" fmla="*/ 2147483647 h 13092"/>
              <a:gd name="T2" fmla="*/ 2147483647 w 13098"/>
              <a:gd name="T3" fmla="*/ 2147483647 h 13092"/>
              <a:gd name="T4" fmla="*/ 2147483647 w 13098"/>
              <a:gd name="T5" fmla="*/ 2147483647 h 13092"/>
              <a:gd name="T6" fmla="*/ 2147483647 w 13098"/>
              <a:gd name="T7" fmla="*/ 2147483647 h 13092"/>
              <a:gd name="T8" fmla="*/ 2147483647 w 13098"/>
              <a:gd name="T9" fmla="*/ 2147483647 h 13092"/>
              <a:gd name="T10" fmla="*/ 2147483647 w 13098"/>
              <a:gd name="T11" fmla="*/ 2147483647 h 13092"/>
              <a:gd name="T12" fmla="*/ 2147483647 w 13098"/>
              <a:gd name="T13" fmla="*/ 2147483647 h 13092"/>
              <a:gd name="T14" fmla="*/ 2147483647 w 13098"/>
              <a:gd name="T15" fmla="*/ 2147483647 h 13092"/>
              <a:gd name="T16" fmla="*/ 2147483647 w 13098"/>
              <a:gd name="T17" fmla="*/ 2147483647 h 13092"/>
              <a:gd name="T18" fmla="*/ 2147483647 w 13098"/>
              <a:gd name="T19" fmla="*/ 2147483647 h 13092"/>
              <a:gd name="T20" fmla="*/ 2147483647 w 13098"/>
              <a:gd name="T21" fmla="*/ 2147483647 h 13092"/>
              <a:gd name="T22" fmla="*/ 2147483647 w 13098"/>
              <a:gd name="T23" fmla="*/ 2147483647 h 13092"/>
              <a:gd name="T24" fmla="*/ 2147483647 w 13098"/>
              <a:gd name="T25" fmla="*/ 2147483647 h 13092"/>
              <a:gd name="T26" fmla="*/ 2147483647 w 13098"/>
              <a:gd name="T27" fmla="*/ 2147483647 h 13092"/>
              <a:gd name="T28" fmla="*/ 2147483647 w 13098"/>
              <a:gd name="T29" fmla="*/ 2147483647 h 13092"/>
              <a:gd name="T30" fmla="*/ 2147483647 w 13098"/>
              <a:gd name="T31" fmla="*/ 2147483647 h 13092"/>
              <a:gd name="T32" fmla="*/ 2147483647 w 13098"/>
              <a:gd name="T33" fmla="*/ 2147483647 h 13092"/>
              <a:gd name="T34" fmla="*/ 2147483647 w 13098"/>
              <a:gd name="T35" fmla="*/ 2147483647 h 13092"/>
              <a:gd name="T36" fmla="*/ 2147483647 w 13098"/>
              <a:gd name="T37" fmla="*/ 2147483647 h 13092"/>
              <a:gd name="T38" fmla="*/ 2147483647 w 13098"/>
              <a:gd name="T39" fmla="*/ 2147483647 h 13092"/>
              <a:gd name="T40" fmla="*/ 2147483647 w 13098"/>
              <a:gd name="T41" fmla="*/ 2147483647 h 13092"/>
              <a:gd name="T42" fmla="*/ 2147483647 w 13098"/>
              <a:gd name="T43" fmla="*/ 2147483647 h 13092"/>
              <a:gd name="T44" fmla="*/ 2147483647 w 13098"/>
              <a:gd name="T45" fmla="*/ 2147483647 h 13092"/>
              <a:gd name="T46" fmla="*/ 2147483647 w 13098"/>
              <a:gd name="T47" fmla="*/ 2147483647 h 13092"/>
              <a:gd name="T48" fmla="*/ 2147483647 w 13098"/>
              <a:gd name="T49" fmla="*/ 2147483647 h 13092"/>
              <a:gd name="T50" fmla="*/ 2147483647 w 13098"/>
              <a:gd name="T51" fmla="*/ 2147483647 h 13092"/>
              <a:gd name="T52" fmla="*/ 2147483647 w 13098"/>
              <a:gd name="T53" fmla="*/ 2147483647 h 13092"/>
              <a:gd name="T54" fmla="*/ 2147483647 w 13098"/>
              <a:gd name="T55" fmla="*/ 2147483647 h 13092"/>
              <a:gd name="T56" fmla="*/ 2147483647 w 13098"/>
              <a:gd name="T57" fmla="*/ 2147483647 h 13092"/>
              <a:gd name="T58" fmla="*/ 2147483647 w 13098"/>
              <a:gd name="T59" fmla="*/ 2147483647 h 13092"/>
              <a:gd name="T60" fmla="*/ 2147483647 w 13098"/>
              <a:gd name="T61" fmla="*/ 2147483647 h 13092"/>
              <a:gd name="T62" fmla="*/ 2147483647 w 13098"/>
              <a:gd name="T63" fmla="*/ 2147483647 h 13092"/>
              <a:gd name="T64" fmla="*/ 2147483647 w 13098"/>
              <a:gd name="T65" fmla="*/ 2147483647 h 13092"/>
              <a:gd name="T66" fmla="*/ 2147483647 w 13098"/>
              <a:gd name="T67" fmla="*/ 2147483647 h 13092"/>
              <a:gd name="T68" fmla="*/ 2147483647 w 13098"/>
              <a:gd name="T69" fmla="*/ 2147483647 h 13092"/>
              <a:gd name="T70" fmla="*/ 2147483647 w 13098"/>
              <a:gd name="T71" fmla="*/ 2147483647 h 13092"/>
              <a:gd name="T72" fmla="*/ 2147483647 w 13098"/>
              <a:gd name="T73" fmla="*/ 2147483647 h 13092"/>
              <a:gd name="T74" fmla="*/ 2147483647 w 13098"/>
              <a:gd name="T75" fmla="*/ 2147483647 h 13092"/>
              <a:gd name="T76" fmla="*/ 2147483647 w 13098"/>
              <a:gd name="T77" fmla="*/ 2147483647 h 13092"/>
              <a:gd name="T78" fmla="*/ 2147483647 w 13098"/>
              <a:gd name="T79" fmla="*/ 2147483647 h 13092"/>
              <a:gd name="T80" fmla="*/ 2147483647 w 13098"/>
              <a:gd name="T81" fmla="*/ 2147483647 h 13092"/>
              <a:gd name="T82" fmla="*/ 2147483647 w 13098"/>
              <a:gd name="T83" fmla="*/ 2147483647 h 13092"/>
              <a:gd name="T84" fmla="*/ 2147483647 w 13098"/>
              <a:gd name="T85" fmla="*/ 2147483647 h 13092"/>
              <a:gd name="T86" fmla="*/ 2147483647 w 13098"/>
              <a:gd name="T87" fmla="*/ 2147483647 h 13092"/>
              <a:gd name="T88" fmla="*/ 2147483647 w 13098"/>
              <a:gd name="T89" fmla="*/ 2147483647 h 13092"/>
              <a:gd name="T90" fmla="*/ 2147483647 w 13098"/>
              <a:gd name="T91" fmla="*/ 2147483647 h 13092"/>
              <a:gd name="T92" fmla="*/ 2147483647 w 13098"/>
              <a:gd name="T93" fmla="*/ 2147483647 h 13092"/>
              <a:gd name="T94" fmla="*/ 2147483647 w 13098"/>
              <a:gd name="T95" fmla="*/ 2147483647 h 13092"/>
              <a:gd name="T96" fmla="*/ 2147483647 w 13098"/>
              <a:gd name="T97" fmla="*/ 2147483647 h 13092"/>
              <a:gd name="T98" fmla="*/ 2147483647 w 13098"/>
              <a:gd name="T99" fmla="*/ 2147483647 h 13092"/>
              <a:gd name="T100" fmla="*/ 2147483647 w 13098"/>
              <a:gd name="T101" fmla="*/ 2147483647 h 13092"/>
              <a:gd name="T102" fmla="*/ 2147483647 w 13098"/>
              <a:gd name="T103" fmla="*/ 2147483647 h 13092"/>
              <a:gd name="T104" fmla="*/ 2147483647 w 13098"/>
              <a:gd name="T105" fmla="*/ 2147483647 h 13092"/>
              <a:gd name="T106" fmla="*/ 2147483647 w 13098"/>
              <a:gd name="T107" fmla="*/ 2147483647 h 13092"/>
              <a:gd name="T108" fmla="*/ 2147483647 w 13098"/>
              <a:gd name="T109" fmla="*/ 2147483647 h 13092"/>
              <a:gd name="T110" fmla="*/ 2147483647 w 13098"/>
              <a:gd name="T111" fmla="*/ 2147483647 h 13092"/>
              <a:gd name="T112" fmla="*/ 2147483647 w 13098"/>
              <a:gd name="T113" fmla="*/ 2147483647 h 13092"/>
              <a:gd name="T114" fmla="*/ 2147483647 w 13098"/>
              <a:gd name="T115" fmla="*/ 2147483647 h 13092"/>
              <a:gd name="T116" fmla="*/ 2147483647 w 13098"/>
              <a:gd name="T117" fmla="*/ 2147483647 h 1309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13098" h="13092">
                <a:moveTo>
                  <a:pt x="13098" y="6549"/>
                </a:moveTo>
                <a:lnTo>
                  <a:pt x="13096" y="6717"/>
                </a:lnTo>
                <a:lnTo>
                  <a:pt x="13090" y="6885"/>
                </a:lnTo>
                <a:lnTo>
                  <a:pt x="13080" y="7050"/>
                </a:lnTo>
                <a:lnTo>
                  <a:pt x="13067" y="7214"/>
                </a:lnTo>
                <a:lnTo>
                  <a:pt x="13051" y="7377"/>
                </a:lnTo>
                <a:lnTo>
                  <a:pt x="13030" y="7538"/>
                </a:lnTo>
                <a:lnTo>
                  <a:pt x="13006" y="7697"/>
                </a:lnTo>
                <a:lnTo>
                  <a:pt x="12977" y="7854"/>
                </a:lnTo>
                <a:lnTo>
                  <a:pt x="12946" y="8010"/>
                </a:lnTo>
                <a:lnTo>
                  <a:pt x="12910" y="8165"/>
                </a:lnTo>
                <a:lnTo>
                  <a:pt x="12871" y="8318"/>
                </a:lnTo>
                <a:lnTo>
                  <a:pt x="12828" y="8470"/>
                </a:lnTo>
                <a:lnTo>
                  <a:pt x="12781" y="8620"/>
                </a:lnTo>
                <a:lnTo>
                  <a:pt x="12730" y="8768"/>
                </a:lnTo>
                <a:lnTo>
                  <a:pt x="12676" y="8915"/>
                </a:lnTo>
                <a:lnTo>
                  <a:pt x="12618" y="9061"/>
                </a:lnTo>
                <a:lnTo>
                  <a:pt x="12556" y="9205"/>
                </a:lnTo>
                <a:lnTo>
                  <a:pt x="12491" y="9347"/>
                </a:lnTo>
                <a:lnTo>
                  <a:pt x="12421" y="9488"/>
                </a:lnTo>
                <a:lnTo>
                  <a:pt x="12349" y="9627"/>
                </a:lnTo>
                <a:lnTo>
                  <a:pt x="12271" y="9764"/>
                </a:lnTo>
                <a:lnTo>
                  <a:pt x="12191" y="9900"/>
                </a:lnTo>
                <a:lnTo>
                  <a:pt x="12107" y="10035"/>
                </a:lnTo>
                <a:lnTo>
                  <a:pt x="12018" y="10168"/>
                </a:lnTo>
                <a:lnTo>
                  <a:pt x="11926" y="10299"/>
                </a:lnTo>
                <a:lnTo>
                  <a:pt x="11831" y="10430"/>
                </a:lnTo>
                <a:lnTo>
                  <a:pt x="11731" y="10557"/>
                </a:lnTo>
                <a:lnTo>
                  <a:pt x="11628" y="10685"/>
                </a:lnTo>
                <a:lnTo>
                  <a:pt x="11521" y="10809"/>
                </a:lnTo>
                <a:lnTo>
                  <a:pt x="11411" y="10933"/>
                </a:lnTo>
                <a:lnTo>
                  <a:pt x="11297" y="11055"/>
                </a:lnTo>
                <a:lnTo>
                  <a:pt x="11178" y="11175"/>
                </a:lnTo>
                <a:lnTo>
                  <a:pt x="11058" y="11294"/>
                </a:lnTo>
                <a:lnTo>
                  <a:pt x="10936" y="11408"/>
                </a:lnTo>
                <a:lnTo>
                  <a:pt x="10812" y="11518"/>
                </a:lnTo>
                <a:lnTo>
                  <a:pt x="10687" y="11624"/>
                </a:lnTo>
                <a:lnTo>
                  <a:pt x="10560" y="11727"/>
                </a:lnTo>
                <a:lnTo>
                  <a:pt x="10432" y="11826"/>
                </a:lnTo>
                <a:lnTo>
                  <a:pt x="10302" y="11922"/>
                </a:lnTo>
                <a:lnTo>
                  <a:pt x="10170" y="12014"/>
                </a:lnTo>
                <a:lnTo>
                  <a:pt x="10038" y="12102"/>
                </a:lnTo>
                <a:lnTo>
                  <a:pt x="9903" y="12187"/>
                </a:lnTo>
                <a:lnTo>
                  <a:pt x="9766" y="12266"/>
                </a:lnTo>
                <a:lnTo>
                  <a:pt x="9628" y="12344"/>
                </a:lnTo>
                <a:lnTo>
                  <a:pt x="9490" y="12416"/>
                </a:lnTo>
                <a:lnTo>
                  <a:pt x="9349" y="12486"/>
                </a:lnTo>
                <a:lnTo>
                  <a:pt x="9206" y="12551"/>
                </a:lnTo>
                <a:lnTo>
                  <a:pt x="9062" y="12613"/>
                </a:lnTo>
                <a:lnTo>
                  <a:pt x="8917" y="12671"/>
                </a:lnTo>
                <a:lnTo>
                  <a:pt x="8769" y="12725"/>
                </a:lnTo>
                <a:lnTo>
                  <a:pt x="8621" y="12775"/>
                </a:lnTo>
                <a:lnTo>
                  <a:pt x="8471" y="12822"/>
                </a:lnTo>
                <a:lnTo>
                  <a:pt x="8319" y="12865"/>
                </a:lnTo>
                <a:lnTo>
                  <a:pt x="8166" y="12905"/>
                </a:lnTo>
                <a:lnTo>
                  <a:pt x="8011" y="12941"/>
                </a:lnTo>
                <a:lnTo>
                  <a:pt x="7855" y="12972"/>
                </a:lnTo>
                <a:lnTo>
                  <a:pt x="7697" y="13000"/>
                </a:lnTo>
                <a:lnTo>
                  <a:pt x="7538" y="13024"/>
                </a:lnTo>
                <a:lnTo>
                  <a:pt x="7377" y="13045"/>
                </a:lnTo>
                <a:lnTo>
                  <a:pt x="7214" y="13062"/>
                </a:lnTo>
                <a:lnTo>
                  <a:pt x="7050" y="13075"/>
                </a:lnTo>
                <a:lnTo>
                  <a:pt x="6885" y="13085"/>
                </a:lnTo>
                <a:lnTo>
                  <a:pt x="6717" y="13090"/>
                </a:lnTo>
                <a:lnTo>
                  <a:pt x="6549" y="13092"/>
                </a:lnTo>
                <a:lnTo>
                  <a:pt x="6381" y="13090"/>
                </a:lnTo>
                <a:lnTo>
                  <a:pt x="6213" y="13085"/>
                </a:lnTo>
                <a:lnTo>
                  <a:pt x="6048" y="13075"/>
                </a:lnTo>
                <a:lnTo>
                  <a:pt x="5884" y="13062"/>
                </a:lnTo>
                <a:lnTo>
                  <a:pt x="5721" y="13045"/>
                </a:lnTo>
                <a:lnTo>
                  <a:pt x="5560" y="13024"/>
                </a:lnTo>
                <a:lnTo>
                  <a:pt x="5401" y="13000"/>
                </a:lnTo>
                <a:lnTo>
                  <a:pt x="5243" y="12972"/>
                </a:lnTo>
                <a:lnTo>
                  <a:pt x="5087" y="12941"/>
                </a:lnTo>
                <a:lnTo>
                  <a:pt x="4932" y="12905"/>
                </a:lnTo>
                <a:lnTo>
                  <a:pt x="4779" y="12865"/>
                </a:lnTo>
                <a:lnTo>
                  <a:pt x="4627" y="12822"/>
                </a:lnTo>
                <a:lnTo>
                  <a:pt x="4477" y="12775"/>
                </a:lnTo>
                <a:lnTo>
                  <a:pt x="4328" y="12725"/>
                </a:lnTo>
                <a:lnTo>
                  <a:pt x="4181" y="12671"/>
                </a:lnTo>
                <a:lnTo>
                  <a:pt x="4036" y="12613"/>
                </a:lnTo>
                <a:lnTo>
                  <a:pt x="3892" y="12551"/>
                </a:lnTo>
                <a:lnTo>
                  <a:pt x="3749" y="12486"/>
                </a:lnTo>
                <a:lnTo>
                  <a:pt x="3608" y="12416"/>
                </a:lnTo>
                <a:lnTo>
                  <a:pt x="3470" y="12344"/>
                </a:lnTo>
                <a:lnTo>
                  <a:pt x="3332" y="12266"/>
                </a:lnTo>
                <a:lnTo>
                  <a:pt x="3195" y="12187"/>
                </a:lnTo>
                <a:lnTo>
                  <a:pt x="3060" y="12102"/>
                </a:lnTo>
                <a:lnTo>
                  <a:pt x="2928" y="12014"/>
                </a:lnTo>
                <a:lnTo>
                  <a:pt x="2796" y="11922"/>
                </a:lnTo>
                <a:lnTo>
                  <a:pt x="2666" y="11826"/>
                </a:lnTo>
                <a:lnTo>
                  <a:pt x="2538" y="11727"/>
                </a:lnTo>
                <a:lnTo>
                  <a:pt x="2411" y="11624"/>
                </a:lnTo>
                <a:lnTo>
                  <a:pt x="2286" y="11518"/>
                </a:lnTo>
                <a:lnTo>
                  <a:pt x="2162" y="11408"/>
                </a:lnTo>
                <a:lnTo>
                  <a:pt x="2040" y="11294"/>
                </a:lnTo>
                <a:lnTo>
                  <a:pt x="1920" y="11175"/>
                </a:lnTo>
                <a:lnTo>
                  <a:pt x="1801" y="11055"/>
                </a:lnTo>
                <a:lnTo>
                  <a:pt x="1687" y="10933"/>
                </a:lnTo>
                <a:lnTo>
                  <a:pt x="1576" y="10809"/>
                </a:lnTo>
                <a:lnTo>
                  <a:pt x="1470" y="10685"/>
                </a:lnTo>
                <a:lnTo>
                  <a:pt x="1367" y="10557"/>
                </a:lnTo>
                <a:lnTo>
                  <a:pt x="1267" y="10430"/>
                </a:lnTo>
                <a:lnTo>
                  <a:pt x="1172" y="10299"/>
                </a:lnTo>
                <a:lnTo>
                  <a:pt x="1080" y="10168"/>
                </a:lnTo>
                <a:lnTo>
                  <a:pt x="991" y="10035"/>
                </a:lnTo>
                <a:lnTo>
                  <a:pt x="907" y="9900"/>
                </a:lnTo>
                <a:lnTo>
                  <a:pt x="827" y="9764"/>
                </a:lnTo>
                <a:lnTo>
                  <a:pt x="749" y="9627"/>
                </a:lnTo>
                <a:lnTo>
                  <a:pt x="677" y="9488"/>
                </a:lnTo>
                <a:lnTo>
                  <a:pt x="607" y="9347"/>
                </a:lnTo>
                <a:lnTo>
                  <a:pt x="541" y="9205"/>
                </a:lnTo>
                <a:lnTo>
                  <a:pt x="480" y="9061"/>
                </a:lnTo>
                <a:lnTo>
                  <a:pt x="422" y="8915"/>
                </a:lnTo>
                <a:lnTo>
                  <a:pt x="368" y="8768"/>
                </a:lnTo>
                <a:lnTo>
                  <a:pt x="317" y="8620"/>
                </a:lnTo>
                <a:lnTo>
                  <a:pt x="270" y="8470"/>
                </a:lnTo>
                <a:lnTo>
                  <a:pt x="227" y="8318"/>
                </a:lnTo>
                <a:lnTo>
                  <a:pt x="188" y="8165"/>
                </a:lnTo>
                <a:lnTo>
                  <a:pt x="152" y="8010"/>
                </a:lnTo>
                <a:lnTo>
                  <a:pt x="121" y="7854"/>
                </a:lnTo>
                <a:lnTo>
                  <a:pt x="92" y="7697"/>
                </a:lnTo>
                <a:lnTo>
                  <a:pt x="68" y="7538"/>
                </a:lnTo>
                <a:lnTo>
                  <a:pt x="47" y="7377"/>
                </a:lnTo>
                <a:lnTo>
                  <a:pt x="30" y="7214"/>
                </a:lnTo>
                <a:lnTo>
                  <a:pt x="18" y="7050"/>
                </a:lnTo>
                <a:lnTo>
                  <a:pt x="7" y="6885"/>
                </a:lnTo>
                <a:lnTo>
                  <a:pt x="2" y="6717"/>
                </a:lnTo>
                <a:lnTo>
                  <a:pt x="0" y="6549"/>
                </a:lnTo>
                <a:lnTo>
                  <a:pt x="2" y="6380"/>
                </a:lnTo>
                <a:lnTo>
                  <a:pt x="7" y="6213"/>
                </a:lnTo>
                <a:lnTo>
                  <a:pt x="18" y="6047"/>
                </a:lnTo>
                <a:lnTo>
                  <a:pt x="30" y="5884"/>
                </a:lnTo>
                <a:lnTo>
                  <a:pt x="47" y="5721"/>
                </a:lnTo>
                <a:lnTo>
                  <a:pt x="68" y="5560"/>
                </a:lnTo>
                <a:lnTo>
                  <a:pt x="92" y="5400"/>
                </a:lnTo>
                <a:lnTo>
                  <a:pt x="121" y="5243"/>
                </a:lnTo>
                <a:lnTo>
                  <a:pt x="152" y="5087"/>
                </a:lnTo>
                <a:lnTo>
                  <a:pt x="188" y="4932"/>
                </a:lnTo>
                <a:lnTo>
                  <a:pt x="227" y="4779"/>
                </a:lnTo>
                <a:lnTo>
                  <a:pt x="270" y="4627"/>
                </a:lnTo>
                <a:lnTo>
                  <a:pt x="317" y="4477"/>
                </a:lnTo>
                <a:lnTo>
                  <a:pt x="368" y="4328"/>
                </a:lnTo>
                <a:lnTo>
                  <a:pt x="422" y="4181"/>
                </a:lnTo>
                <a:lnTo>
                  <a:pt x="480" y="4036"/>
                </a:lnTo>
                <a:lnTo>
                  <a:pt x="541" y="3892"/>
                </a:lnTo>
                <a:lnTo>
                  <a:pt x="607" y="3749"/>
                </a:lnTo>
                <a:lnTo>
                  <a:pt x="677" y="3608"/>
                </a:lnTo>
                <a:lnTo>
                  <a:pt x="749" y="3469"/>
                </a:lnTo>
                <a:lnTo>
                  <a:pt x="827" y="3331"/>
                </a:lnTo>
                <a:lnTo>
                  <a:pt x="907" y="3195"/>
                </a:lnTo>
                <a:lnTo>
                  <a:pt x="991" y="3060"/>
                </a:lnTo>
                <a:lnTo>
                  <a:pt x="1080" y="2928"/>
                </a:lnTo>
                <a:lnTo>
                  <a:pt x="1172" y="2796"/>
                </a:lnTo>
                <a:lnTo>
                  <a:pt x="1267" y="2666"/>
                </a:lnTo>
                <a:lnTo>
                  <a:pt x="1367" y="2538"/>
                </a:lnTo>
                <a:lnTo>
                  <a:pt x="1470" y="2410"/>
                </a:lnTo>
                <a:lnTo>
                  <a:pt x="1576" y="2286"/>
                </a:lnTo>
                <a:lnTo>
                  <a:pt x="1687" y="2161"/>
                </a:lnTo>
                <a:lnTo>
                  <a:pt x="1801" y="2040"/>
                </a:lnTo>
                <a:lnTo>
                  <a:pt x="1920" y="1920"/>
                </a:lnTo>
                <a:lnTo>
                  <a:pt x="2040" y="1801"/>
                </a:lnTo>
                <a:lnTo>
                  <a:pt x="2162" y="1687"/>
                </a:lnTo>
                <a:lnTo>
                  <a:pt x="2286" y="1576"/>
                </a:lnTo>
                <a:lnTo>
                  <a:pt x="2411" y="1470"/>
                </a:lnTo>
                <a:lnTo>
                  <a:pt x="2538" y="1367"/>
                </a:lnTo>
                <a:lnTo>
                  <a:pt x="2666" y="1267"/>
                </a:lnTo>
                <a:lnTo>
                  <a:pt x="2796" y="1171"/>
                </a:lnTo>
                <a:lnTo>
                  <a:pt x="2928" y="1079"/>
                </a:lnTo>
                <a:lnTo>
                  <a:pt x="3060" y="991"/>
                </a:lnTo>
                <a:lnTo>
                  <a:pt x="3195" y="906"/>
                </a:lnTo>
                <a:lnTo>
                  <a:pt x="3332" y="827"/>
                </a:lnTo>
                <a:lnTo>
                  <a:pt x="3470" y="749"/>
                </a:lnTo>
                <a:lnTo>
                  <a:pt x="3608" y="677"/>
                </a:lnTo>
                <a:lnTo>
                  <a:pt x="3749" y="607"/>
                </a:lnTo>
                <a:lnTo>
                  <a:pt x="3892" y="541"/>
                </a:lnTo>
                <a:lnTo>
                  <a:pt x="4036" y="480"/>
                </a:lnTo>
                <a:lnTo>
                  <a:pt x="4181" y="422"/>
                </a:lnTo>
                <a:lnTo>
                  <a:pt x="4328" y="368"/>
                </a:lnTo>
                <a:lnTo>
                  <a:pt x="4477" y="317"/>
                </a:lnTo>
                <a:lnTo>
                  <a:pt x="4627" y="270"/>
                </a:lnTo>
                <a:lnTo>
                  <a:pt x="4779" y="227"/>
                </a:lnTo>
                <a:lnTo>
                  <a:pt x="4932" y="187"/>
                </a:lnTo>
                <a:lnTo>
                  <a:pt x="5087" y="152"/>
                </a:lnTo>
                <a:lnTo>
                  <a:pt x="5243" y="120"/>
                </a:lnTo>
                <a:lnTo>
                  <a:pt x="5401" y="92"/>
                </a:lnTo>
                <a:lnTo>
                  <a:pt x="5560" y="68"/>
                </a:lnTo>
                <a:lnTo>
                  <a:pt x="5721" y="47"/>
                </a:lnTo>
                <a:lnTo>
                  <a:pt x="5884" y="30"/>
                </a:lnTo>
                <a:lnTo>
                  <a:pt x="6048" y="17"/>
                </a:lnTo>
                <a:lnTo>
                  <a:pt x="6213" y="7"/>
                </a:lnTo>
                <a:lnTo>
                  <a:pt x="6381" y="2"/>
                </a:lnTo>
                <a:lnTo>
                  <a:pt x="6549" y="0"/>
                </a:lnTo>
                <a:lnTo>
                  <a:pt x="6717" y="2"/>
                </a:lnTo>
                <a:lnTo>
                  <a:pt x="6885" y="7"/>
                </a:lnTo>
                <a:lnTo>
                  <a:pt x="7050" y="17"/>
                </a:lnTo>
                <a:lnTo>
                  <a:pt x="7214" y="30"/>
                </a:lnTo>
                <a:lnTo>
                  <a:pt x="7377" y="47"/>
                </a:lnTo>
                <a:lnTo>
                  <a:pt x="7538" y="68"/>
                </a:lnTo>
                <a:lnTo>
                  <a:pt x="7697" y="92"/>
                </a:lnTo>
                <a:lnTo>
                  <a:pt x="7855" y="120"/>
                </a:lnTo>
                <a:lnTo>
                  <a:pt x="8011" y="152"/>
                </a:lnTo>
                <a:lnTo>
                  <a:pt x="8166" y="187"/>
                </a:lnTo>
                <a:lnTo>
                  <a:pt x="8319" y="227"/>
                </a:lnTo>
                <a:lnTo>
                  <a:pt x="8471" y="270"/>
                </a:lnTo>
                <a:lnTo>
                  <a:pt x="8621" y="317"/>
                </a:lnTo>
                <a:lnTo>
                  <a:pt x="8769" y="368"/>
                </a:lnTo>
                <a:lnTo>
                  <a:pt x="8917" y="422"/>
                </a:lnTo>
                <a:lnTo>
                  <a:pt x="9062" y="480"/>
                </a:lnTo>
                <a:lnTo>
                  <a:pt x="9206" y="541"/>
                </a:lnTo>
                <a:lnTo>
                  <a:pt x="9349" y="607"/>
                </a:lnTo>
                <a:lnTo>
                  <a:pt x="9490" y="677"/>
                </a:lnTo>
                <a:lnTo>
                  <a:pt x="9628" y="749"/>
                </a:lnTo>
                <a:lnTo>
                  <a:pt x="9766" y="827"/>
                </a:lnTo>
                <a:lnTo>
                  <a:pt x="9903" y="906"/>
                </a:lnTo>
                <a:lnTo>
                  <a:pt x="10038" y="991"/>
                </a:lnTo>
                <a:lnTo>
                  <a:pt x="10170" y="1079"/>
                </a:lnTo>
                <a:lnTo>
                  <a:pt x="10302" y="1171"/>
                </a:lnTo>
                <a:lnTo>
                  <a:pt x="10432" y="1267"/>
                </a:lnTo>
                <a:lnTo>
                  <a:pt x="10560" y="1367"/>
                </a:lnTo>
                <a:lnTo>
                  <a:pt x="10687" y="1470"/>
                </a:lnTo>
                <a:lnTo>
                  <a:pt x="10812" y="1576"/>
                </a:lnTo>
                <a:lnTo>
                  <a:pt x="10936" y="1687"/>
                </a:lnTo>
                <a:lnTo>
                  <a:pt x="11058" y="1801"/>
                </a:lnTo>
                <a:lnTo>
                  <a:pt x="11178" y="1920"/>
                </a:lnTo>
                <a:lnTo>
                  <a:pt x="11297" y="2040"/>
                </a:lnTo>
                <a:lnTo>
                  <a:pt x="11411" y="2161"/>
                </a:lnTo>
                <a:lnTo>
                  <a:pt x="11521" y="2286"/>
                </a:lnTo>
                <a:lnTo>
                  <a:pt x="11628" y="2410"/>
                </a:lnTo>
                <a:lnTo>
                  <a:pt x="11731" y="2538"/>
                </a:lnTo>
                <a:lnTo>
                  <a:pt x="11831" y="2666"/>
                </a:lnTo>
                <a:lnTo>
                  <a:pt x="11926" y="2796"/>
                </a:lnTo>
                <a:lnTo>
                  <a:pt x="12018" y="2928"/>
                </a:lnTo>
                <a:lnTo>
                  <a:pt x="12107" y="3060"/>
                </a:lnTo>
                <a:lnTo>
                  <a:pt x="12191" y="3195"/>
                </a:lnTo>
                <a:lnTo>
                  <a:pt x="12271" y="3331"/>
                </a:lnTo>
                <a:lnTo>
                  <a:pt x="12349" y="3469"/>
                </a:lnTo>
                <a:lnTo>
                  <a:pt x="12421" y="3608"/>
                </a:lnTo>
                <a:lnTo>
                  <a:pt x="12491" y="3749"/>
                </a:lnTo>
                <a:lnTo>
                  <a:pt x="12556" y="3892"/>
                </a:lnTo>
                <a:lnTo>
                  <a:pt x="12618" y="4036"/>
                </a:lnTo>
                <a:lnTo>
                  <a:pt x="12676" y="4181"/>
                </a:lnTo>
                <a:lnTo>
                  <a:pt x="12730" y="4328"/>
                </a:lnTo>
                <a:lnTo>
                  <a:pt x="12781" y="4477"/>
                </a:lnTo>
                <a:lnTo>
                  <a:pt x="12828" y="4627"/>
                </a:lnTo>
                <a:lnTo>
                  <a:pt x="12871" y="4779"/>
                </a:lnTo>
                <a:lnTo>
                  <a:pt x="12910" y="4932"/>
                </a:lnTo>
                <a:lnTo>
                  <a:pt x="12946" y="5087"/>
                </a:lnTo>
                <a:lnTo>
                  <a:pt x="12977" y="5243"/>
                </a:lnTo>
                <a:lnTo>
                  <a:pt x="13006" y="5400"/>
                </a:lnTo>
                <a:lnTo>
                  <a:pt x="13030" y="5560"/>
                </a:lnTo>
                <a:lnTo>
                  <a:pt x="13051" y="5721"/>
                </a:lnTo>
                <a:lnTo>
                  <a:pt x="13067" y="5884"/>
                </a:lnTo>
                <a:lnTo>
                  <a:pt x="13080" y="6047"/>
                </a:lnTo>
                <a:lnTo>
                  <a:pt x="13090" y="6213"/>
                </a:lnTo>
                <a:lnTo>
                  <a:pt x="13096" y="6380"/>
                </a:lnTo>
                <a:lnTo>
                  <a:pt x="13098" y="6549"/>
                </a:lnTo>
                <a:close/>
                <a:moveTo>
                  <a:pt x="12027" y="6549"/>
                </a:moveTo>
                <a:lnTo>
                  <a:pt x="12026" y="6407"/>
                </a:lnTo>
                <a:lnTo>
                  <a:pt x="12021" y="6267"/>
                </a:lnTo>
                <a:lnTo>
                  <a:pt x="12013" y="6129"/>
                </a:lnTo>
                <a:lnTo>
                  <a:pt x="12003" y="5991"/>
                </a:lnTo>
                <a:lnTo>
                  <a:pt x="11989" y="5855"/>
                </a:lnTo>
                <a:lnTo>
                  <a:pt x="11971" y="5721"/>
                </a:lnTo>
                <a:lnTo>
                  <a:pt x="11951" y="5587"/>
                </a:lnTo>
                <a:lnTo>
                  <a:pt x="11927" y="5454"/>
                </a:lnTo>
                <a:lnTo>
                  <a:pt x="11901" y="5324"/>
                </a:lnTo>
                <a:lnTo>
                  <a:pt x="11870" y="5194"/>
                </a:lnTo>
                <a:lnTo>
                  <a:pt x="11838" y="5065"/>
                </a:lnTo>
                <a:lnTo>
                  <a:pt x="11802" y="4939"/>
                </a:lnTo>
                <a:lnTo>
                  <a:pt x="11762" y="4812"/>
                </a:lnTo>
                <a:lnTo>
                  <a:pt x="11720" y="4689"/>
                </a:lnTo>
                <a:lnTo>
                  <a:pt x="11674" y="4565"/>
                </a:lnTo>
                <a:lnTo>
                  <a:pt x="11626" y="4443"/>
                </a:lnTo>
                <a:lnTo>
                  <a:pt x="11574" y="4323"/>
                </a:lnTo>
                <a:lnTo>
                  <a:pt x="11519" y="4204"/>
                </a:lnTo>
                <a:lnTo>
                  <a:pt x="11462" y="4086"/>
                </a:lnTo>
                <a:lnTo>
                  <a:pt x="11401" y="3970"/>
                </a:lnTo>
                <a:lnTo>
                  <a:pt x="11337" y="3854"/>
                </a:lnTo>
                <a:lnTo>
                  <a:pt x="11269" y="3740"/>
                </a:lnTo>
                <a:lnTo>
                  <a:pt x="11198" y="3627"/>
                </a:lnTo>
                <a:lnTo>
                  <a:pt x="11124" y="3515"/>
                </a:lnTo>
                <a:lnTo>
                  <a:pt x="11048" y="3405"/>
                </a:lnTo>
                <a:lnTo>
                  <a:pt x="10968" y="3296"/>
                </a:lnTo>
                <a:lnTo>
                  <a:pt x="10885" y="3189"/>
                </a:lnTo>
                <a:lnTo>
                  <a:pt x="10799" y="3083"/>
                </a:lnTo>
                <a:lnTo>
                  <a:pt x="10709" y="2978"/>
                </a:lnTo>
                <a:lnTo>
                  <a:pt x="10617" y="2874"/>
                </a:lnTo>
                <a:lnTo>
                  <a:pt x="10521" y="2771"/>
                </a:lnTo>
                <a:lnTo>
                  <a:pt x="10422" y="2670"/>
                </a:lnTo>
                <a:lnTo>
                  <a:pt x="10321" y="2571"/>
                </a:lnTo>
                <a:lnTo>
                  <a:pt x="10219" y="2476"/>
                </a:lnTo>
                <a:lnTo>
                  <a:pt x="10116" y="2383"/>
                </a:lnTo>
                <a:lnTo>
                  <a:pt x="10012" y="2293"/>
                </a:lnTo>
                <a:lnTo>
                  <a:pt x="9906" y="2207"/>
                </a:lnTo>
                <a:lnTo>
                  <a:pt x="9799" y="2124"/>
                </a:lnTo>
                <a:lnTo>
                  <a:pt x="9690" y="2044"/>
                </a:lnTo>
                <a:lnTo>
                  <a:pt x="9580" y="1968"/>
                </a:lnTo>
                <a:lnTo>
                  <a:pt x="9468" y="1893"/>
                </a:lnTo>
                <a:lnTo>
                  <a:pt x="9356" y="1823"/>
                </a:lnTo>
                <a:lnTo>
                  <a:pt x="9243" y="1755"/>
                </a:lnTo>
                <a:lnTo>
                  <a:pt x="9127" y="1691"/>
                </a:lnTo>
                <a:lnTo>
                  <a:pt x="9011" y="1630"/>
                </a:lnTo>
                <a:lnTo>
                  <a:pt x="8893" y="1572"/>
                </a:lnTo>
                <a:lnTo>
                  <a:pt x="8773" y="1517"/>
                </a:lnTo>
                <a:lnTo>
                  <a:pt x="8654" y="1465"/>
                </a:lnTo>
                <a:lnTo>
                  <a:pt x="8532" y="1416"/>
                </a:lnTo>
                <a:lnTo>
                  <a:pt x="8409" y="1371"/>
                </a:lnTo>
                <a:lnTo>
                  <a:pt x="8285" y="1328"/>
                </a:lnTo>
                <a:lnTo>
                  <a:pt x="8159" y="1289"/>
                </a:lnTo>
                <a:lnTo>
                  <a:pt x="8032" y="1252"/>
                </a:lnTo>
                <a:lnTo>
                  <a:pt x="7904" y="1220"/>
                </a:lnTo>
                <a:lnTo>
                  <a:pt x="7774" y="1190"/>
                </a:lnTo>
                <a:lnTo>
                  <a:pt x="7643" y="1163"/>
                </a:lnTo>
                <a:lnTo>
                  <a:pt x="7511" y="1139"/>
                </a:lnTo>
                <a:lnTo>
                  <a:pt x="7378" y="1119"/>
                </a:lnTo>
                <a:lnTo>
                  <a:pt x="7243" y="1101"/>
                </a:lnTo>
                <a:lnTo>
                  <a:pt x="7106" y="1087"/>
                </a:lnTo>
                <a:lnTo>
                  <a:pt x="6969" y="1076"/>
                </a:lnTo>
                <a:lnTo>
                  <a:pt x="6831" y="1069"/>
                </a:lnTo>
                <a:lnTo>
                  <a:pt x="6690" y="1064"/>
                </a:lnTo>
                <a:lnTo>
                  <a:pt x="6549" y="1063"/>
                </a:lnTo>
                <a:lnTo>
                  <a:pt x="6407" y="1064"/>
                </a:lnTo>
                <a:lnTo>
                  <a:pt x="6267" y="1069"/>
                </a:lnTo>
                <a:lnTo>
                  <a:pt x="6129" y="1076"/>
                </a:lnTo>
                <a:lnTo>
                  <a:pt x="5991" y="1087"/>
                </a:lnTo>
                <a:lnTo>
                  <a:pt x="5855" y="1101"/>
                </a:lnTo>
                <a:lnTo>
                  <a:pt x="5720" y="1119"/>
                </a:lnTo>
                <a:lnTo>
                  <a:pt x="5587" y="1139"/>
                </a:lnTo>
                <a:lnTo>
                  <a:pt x="5454" y="1163"/>
                </a:lnTo>
                <a:lnTo>
                  <a:pt x="5324" y="1190"/>
                </a:lnTo>
                <a:lnTo>
                  <a:pt x="5194" y="1220"/>
                </a:lnTo>
                <a:lnTo>
                  <a:pt x="5065" y="1252"/>
                </a:lnTo>
                <a:lnTo>
                  <a:pt x="4939" y="1289"/>
                </a:lnTo>
                <a:lnTo>
                  <a:pt x="4813" y="1328"/>
                </a:lnTo>
                <a:lnTo>
                  <a:pt x="4689" y="1371"/>
                </a:lnTo>
                <a:lnTo>
                  <a:pt x="4565" y="1416"/>
                </a:lnTo>
                <a:lnTo>
                  <a:pt x="4444" y="1465"/>
                </a:lnTo>
                <a:lnTo>
                  <a:pt x="4324" y="1517"/>
                </a:lnTo>
                <a:lnTo>
                  <a:pt x="4204" y="1572"/>
                </a:lnTo>
                <a:lnTo>
                  <a:pt x="4086" y="1630"/>
                </a:lnTo>
                <a:lnTo>
                  <a:pt x="3969" y="1691"/>
                </a:lnTo>
                <a:lnTo>
                  <a:pt x="3854" y="1755"/>
                </a:lnTo>
                <a:lnTo>
                  <a:pt x="3740" y="1823"/>
                </a:lnTo>
                <a:lnTo>
                  <a:pt x="3627" y="1893"/>
                </a:lnTo>
                <a:lnTo>
                  <a:pt x="3515" y="1968"/>
                </a:lnTo>
                <a:lnTo>
                  <a:pt x="3405" y="2044"/>
                </a:lnTo>
                <a:lnTo>
                  <a:pt x="3296" y="2124"/>
                </a:lnTo>
                <a:lnTo>
                  <a:pt x="3189" y="2207"/>
                </a:lnTo>
                <a:lnTo>
                  <a:pt x="3083" y="2293"/>
                </a:lnTo>
                <a:lnTo>
                  <a:pt x="2978" y="2383"/>
                </a:lnTo>
                <a:lnTo>
                  <a:pt x="2874" y="2476"/>
                </a:lnTo>
                <a:lnTo>
                  <a:pt x="2772" y="2571"/>
                </a:lnTo>
                <a:lnTo>
                  <a:pt x="2671" y="2670"/>
                </a:lnTo>
                <a:lnTo>
                  <a:pt x="2572" y="2771"/>
                </a:lnTo>
                <a:lnTo>
                  <a:pt x="2476" y="2874"/>
                </a:lnTo>
                <a:lnTo>
                  <a:pt x="2383" y="2978"/>
                </a:lnTo>
                <a:lnTo>
                  <a:pt x="2294" y="3083"/>
                </a:lnTo>
                <a:lnTo>
                  <a:pt x="2207" y="3189"/>
                </a:lnTo>
                <a:lnTo>
                  <a:pt x="2125" y="3296"/>
                </a:lnTo>
                <a:lnTo>
                  <a:pt x="2044" y="3405"/>
                </a:lnTo>
                <a:lnTo>
                  <a:pt x="1968" y="3515"/>
                </a:lnTo>
                <a:lnTo>
                  <a:pt x="1894" y="3627"/>
                </a:lnTo>
                <a:lnTo>
                  <a:pt x="1823" y="3740"/>
                </a:lnTo>
                <a:lnTo>
                  <a:pt x="1755" y="3854"/>
                </a:lnTo>
                <a:lnTo>
                  <a:pt x="1691" y="3970"/>
                </a:lnTo>
                <a:lnTo>
                  <a:pt x="1630" y="4086"/>
                </a:lnTo>
                <a:lnTo>
                  <a:pt x="1572" y="4204"/>
                </a:lnTo>
                <a:lnTo>
                  <a:pt x="1517" y="4323"/>
                </a:lnTo>
                <a:lnTo>
                  <a:pt x="1464" y="4443"/>
                </a:lnTo>
                <a:lnTo>
                  <a:pt x="1417" y="4565"/>
                </a:lnTo>
                <a:lnTo>
                  <a:pt x="1371" y="4689"/>
                </a:lnTo>
                <a:lnTo>
                  <a:pt x="1328" y="4812"/>
                </a:lnTo>
                <a:lnTo>
                  <a:pt x="1289" y="4939"/>
                </a:lnTo>
                <a:lnTo>
                  <a:pt x="1252" y="5065"/>
                </a:lnTo>
                <a:lnTo>
                  <a:pt x="1220" y="5194"/>
                </a:lnTo>
                <a:lnTo>
                  <a:pt x="1190" y="5324"/>
                </a:lnTo>
                <a:lnTo>
                  <a:pt x="1163" y="5454"/>
                </a:lnTo>
                <a:lnTo>
                  <a:pt x="1139" y="5587"/>
                </a:lnTo>
                <a:lnTo>
                  <a:pt x="1119" y="5721"/>
                </a:lnTo>
                <a:lnTo>
                  <a:pt x="1101" y="5855"/>
                </a:lnTo>
                <a:lnTo>
                  <a:pt x="1087" y="5991"/>
                </a:lnTo>
                <a:lnTo>
                  <a:pt x="1077" y="6129"/>
                </a:lnTo>
                <a:lnTo>
                  <a:pt x="1069" y="6267"/>
                </a:lnTo>
                <a:lnTo>
                  <a:pt x="1063" y="6407"/>
                </a:lnTo>
                <a:lnTo>
                  <a:pt x="1062" y="6549"/>
                </a:lnTo>
                <a:lnTo>
                  <a:pt x="1063" y="6690"/>
                </a:lnTo>
                <a:lnTo>
                  <a:pt x="1069" y="6831"/>
                </a:lnTo>
                <a:lnTo>
                  <a:pt x="1077" y="6969"/>
                </a:lnTo>
                <a:lnTo>
                  <a:pt x="1087" y="7106"/>
                </a:lnTo>
                <a:lnTo>
                  <a:pt x="1101" y="7243"/>
                </a:lnTo>
                <a:lnTo>
                  <a:pt x="1119" y="7378"/>
                </a:lnTo>
                <a:lnTo>
                  <a:pt x="1139" y="7511"/>
                </a:lnTo>
                <a:lnTo>
                  <a:pt x="1163" y="7643"/>
                </a:lnTo>
                <a:lnTo>
                  <a:pt x="1190" y="7774"/>
                </a:lnTo>
                <a:lnTo>
                  <a:pt x="1220" y="7903"/>
                </a:lnTo>
                <a:lnTo>
                  <a:pt x="1252" y="8032"/>
                </a:lnTo>
                <a:lnTo>
                  <a:pt x="1289" y="8159"/>
                </a:lnTo>
                <a:lnTo>
                  <a:pt x="1328" y="8285"/>
                </a:lnTo>
                <a:lnTo>
                  <a:pt x="1371" y="8408"/>
                </a:lnTo>
                <a:lnTo>
                  <a:pt x="1417" y="8532"/>
                </a:lnTo>
                <a:lnTo>
                  <a:pt x="1464" y="8653"/>
                </a:lnTo>
                <a:lnTo>
                  <a:pt x="1517" y="8773"/>
                </a:lnTo>
                <a:lnTo>
                  <a:pt x="1572" y="8893"/>
                </a:lnTo>
                <a:lnTo>
                  <a:pt x="1630" y="9010"/>
                </a:lnTo>
                <a:lnTo>
                  <a:pt x="1691" y="9128"/>
                </a:lnTo>
                <a:lnTo>
                  <a:pt x="1755" y="9242"/>
                </a:lnTo>
                <a:lnTo>
                  <a:pt x="1823" y="9356"/>
                </a:lnTo>
                <a:lnTo>
                  <a:pt x="1894" y="9468"/>
                </a:lnTo>
                <a:lnTo>
                  <a:pt x="1968" y="9580"/>
                </a:lnTo>
                <a:lnTo>
                  <a:pt x="2044" y="9690"/>
                </a:lnTo>
                <a:lnTo>
                  <a:pt x="2125" y="9798"/>
                </a:lnTo>
                <a:lnTo>
                  <a:pt x="2207" y="9905"/>
                </a:lnTo>
                <a:lnTo>
                  <a:pt x="2294" y="10011"/>
                </a:lnTo>
                <a:lnTo>
                  <a:pt x="2383" y="10116"/>
                </a:lnTo>
                <a:lnTo>
                  <a:pt x="2476" y="10219"/>
                </a:lnTo>
                <a:lnTo>
                  <a:pt x="2572" y="10321"/>
                </a:lnTo>
                <a:lnTo>
                  <a:pt x="2671" y="10422"/>
                </a:lnTo>
                <a:lnTo>
                  <a:pt x="2772" y="10521"/>
                </a:lnTo>
                <a:lnTo>
                  <a:pt x="2874" y="10616"/>
                </a:lnTo>
                <a:lnTo>
                  <a:pt x="2978" y="10709"/>
                </a:lnTo>
                <a:lnTo>
                  <a:pt x="3083" y="10799"/>
                </a:lnTo>
                <a:lnTo>
                  <a:pt x="3189" y="10885"/>
                </a:lnTo>
                <a:lnTo>
                  <a:pt x="3296" y="10967"/>
                </a:lnTo>
                <a:lnTo>
                  <a:pt x="3405" y="11048"/>
                </a:lnTo>
                <a:lnTo>
                  <a:pt x="3515" y="11124"/>
                </a:lnTo>
                <a:lnTo>
                  <a:pt x="3627" y="11198"/>
                </a:lnTo>
                <a:lnTo>
                  <a:pt x="3740" y="11268"/>
                </a:lnTo>
                <a:lnTo>
                  <a:pt x="3854" y="11336"/>
                </a:lnTo>
                <a:lnTo>
                  <a:pt x="3969" y="11400"/>
                </a:lnTo>
                <a:lnTo>
                  <a:pt x="4086" y="11461"/>
                </a:lnTo>
                <a:lnTo>
                  <a:pt x="4204" y="11519"/>
                </a:lnTo>
                <a:lnTo>
                  <a:pt x="4324" y="11574"/>
                </a:lnTo>
                <a:lnTo>
                  <a:pt x="4444" y="11626"/>
                </a:lnTo>
                <a:lnTo>
                  <a:pt x="4565" y="11674"/>
                </a:lnTo>
                <a:lnTo>
                  <a:pt x="4689" y="11720"/>
                </a:lnTo>
                <a:lnTo>
                  <a:pt x="4813" y="11762"/>
                </a:lnTo>
                <a:lnTo>
                  <a:pt x="4939" y="11802"/>
                </a:lnTo>
                <a:lnTo>
                  <a:pt x="5065" y="11838"/>
                </a:lnTo>
                <a:lnTo>
                  <a:pt x="5194" y="11870"/>
                </a:lnTo>
                <a:lnTo>
                  <a:pt x="5324" y="11900"/>
                </a:lnTo>
                <a:lnTo>
                  <a:pt x="5454" y="11927"/>
                </a:lnTo>
                <a:lnTo>
                  <a:pt x="5587" y="11951"/>
                </a:lnTo>
                <a:lnTo>
                  <a:pt x="5720" y="11971"/>
                </a:lnTo>
                <a:lnTo>
                  <a:pt x="5855" y="11988"/>
                </a:lnTo>
                <a:lnTo>
                  <a:pt x="5991" y="12002"/>
                </a:lnTo>
                <a:lnTo>
                  <a:pt x="6129" y="12013"/>
                </a:lnTo>
                <a:lnTo>
                  <a:pt x="6267" y="12021"/>
                </a:lnTo>
                <a:lnTo>
                  <a:pt x="6407" y="12025"/>
                </a:lnTo>
                <a:lnTo>
                  <a:pt x="6549" y="12027"/>
                </a:lnTo>
                <a:lnTo>
                  <a:pt x="6690" y="12025"/>
                </a:lnTo>
                <a:lnTo>
                  <a:pt x="6831" y="12021"/>
                </a:lnTo>
                <a:lnTo>
                  <a:pt x="6969" y="12013"/>
                </a:lnTo>
                <a:lnTo>
                  <a:pt x="7106" y="12002"/>
                </a:lnTo>
                <a:lnTo>
                  <a:pt x="7243" y="11988"/>
                </a:lnTo>
                <a:lnTo>
                  <a:pt x="7378" y="11971"/>
                </a:lnTo>
                <a:lnTo>
                  <a:pt x="7511" y="11951"/>
                </a:lnTo>
                <a:lnTo>
                  <a:pt x="7643" y="11927"/>
                </a:lnTo>
                <a:lnTo>
                  <a:pt x="7774" y="11900"/>
                </a:lnTo>
                <a:lnTo>
                  <a:pt x="7904" y="11870"/>
                </a:lnTo>
                <a:lnTo>
                  <a:pt x="8032" y="11838"/>
                </a:lnTo>
                <a:lnTo>
                  <a:pt x="8159" y="11802"/>
                </a:lnTo>
                <a:lnTo>
                  <a:pt x="8285" y="11762"/>
                </a:lnTo>
                <a:lnTo>
                  <a:pt x="8409" y="11720"/>
                </a:lnTo>
                <a:lnTo>
                  <a:pt x="8532" y="11674"/>
                </a:lnTo>
                <a:lnTo>
                  <a:pt x="8654" y="11626"/>
                </a:lnTo>
                <a:lnTo>
                  <a:pt x="8773" y="11574"/>
                </a:lnTo>
                <a:lnTo>
                  <a:pt x="8893" y="11519"/>
                </a:lnTo>
                <a:lnTo>
                  <a:pt x="9011" y="11461"/>
                </a:lnTo>
                <a:lnTo>
                  <a:pt x="9127" y="11400"/>
                </a:lnTo>
                <a:lnTo>
                  <a:pt x="9243" y="11336"/>
                </a:lnTo>
                <a:lnTo>
                  <a:pt x="9356" y="11268"/>
                </a:lnTo>
                <a:lnTo>
                  <a:pt x="9468" y="11198"/>
                </a:lnTo>
                <a:lnTo>
                  <a:pt x="9580" y="11124"/>
                </a:lnTo>
                <a:lnTo>
                  <a:pt x="9690" y="11048"/>
                </a:lnTo>
                <a:lnTo>
                  <a:pt x="9799" y="10967"/>
                </a:lnTo>
                <a:lnTo>
                  <a:pt x="9906" y="10885"/>
                </a:lnTo>
                <a:lnTo>
                  <a:pt x="10012" y="10799"/>
                </a:lnTo>
                <a:lnTo>
                  <a:pt x="10116" y="10709"/>
                </a:lnTo>
                <a:lnTo>
                  <a:pt x="10219" y="10616"/>
                </a:lnTo>
                <a:lnTo>
                  <a:pt x="10321" y="10521"/>
                </a:lnTo>
                <a:lnTo>
                  <a:pt x="10422" y="10422"/>
                </a:lnTo>
                <a:lnTo>
                  <a:pt x="10521" y="10321"/>
                </a:lnTo>
                <a:lnTo>
                  <a:pt x="10617" y="10219"/>
                </a:lnTo>
                <a:lnTo>
                  <a:pt x="10709" y="10116"/>
                </a:lnTo>
                <a:lnTo>
                  <a:pt x="10799" y="10011"/>
                </a:lnTo>
                <a:lnTo>
                  <a:pt x="10885" y="9905"/>
                </a:lnTo>
                <a:lnTo>
                  <a:pt x="10968" y="9798"/>
                </a:lnTo>
                <a:lnTo>
                  <a:pt x="11048" y="9690"/>
                </a:lnTo>
                <a:lnTo>
                  <a:pt x="11124" y="9580"/>
                </a:lnTo>
                <a:lnTo>
                  <a:pt x="11198" y="9468"/>
                </a:lnTo>
                <a:lnTo>
                  <a:pt x="11269" y="9356"/>
                </a:lnTo>
                <a:lnTo>
                  <a:pt x="11337" y="9242"/>
                </a:lnTo>
                <a:lnTo>
                  <a:pt x="11401" y="9128"/>
                </a:lnTo>
                <a:lnTo>
                  <a:pt x="11462" y="9010"/>
                </a:lnTo>
                <a:lnTo>
                  <a:pt x="11519" y="8893"/>
                </a:lnTo>
                <a:lnTo>
                  <a:pt x="11574" y="8773"/>
                </a:lnTo>
                <a:lnTo>
                  <a:pt x="11626" y="8653"/>
                </a:lnTo>
                <a:lnTo>
                  <a:pt x="11674" y="8532"/>
                </a:lnTo>
                <a:lnTo>
                  <a:pt x="11720" y="8408"/>
                </a:lnTo>
                <a:lnTo>
                  <a:pt x="11762" y="8285"/>
                </a:lnTo>
                <a:lnTo>
                  <a:pt x="11802" y="8159"/>
                </a:lnTo>
                <a:lnTo>
                  <a:pt x="11838" y="8032"/>
                </a:lnTo>
                <a:lnTo>
                  <a:pt x="11870" y="7903"/>
                </a:lnTo>
                <a:lnTo>
                  <a:pt x="11901" y="7774"/>
                </a:lnTo>
                <a:lnTo>
                  <a:pt x="11927" y="7643"/>
                </a:lnTo>
                <a:lnTo>
                  <a:pt x="11951" y="7511"/>
                </a:lnTo>
                <a:lnTo>
                  <a:pt x="11971" y="7378"/>
                </a:lnTo>
                <a:lnTo>
                  <a:pt x="11989" y="7243"/>
                </a:lnTo>
                <a:lnTo>
                  <a:pt x="12003" y="7106"/>
                </a:lnTo>
                <a:lnTo>
                  <a:pt x="12013" y="6969"/>
                </a:lnTo>
                <a:lnTo>
                  <a:pt x="12021" y="6831"/>
                </a:lnTo>
                <a:lnTo>
                  <a:pt x="12026" y="6690"/>
                </a:lnTo>
                <a:lnTo>
                  <a:pt x="12027" y="6549"/>
                </a:lnTo>
                <a:close/>
                <a:moveTo>
                  <a:pt x="7892" y="3175"/>
                </a:moveTo>
                <a:lnTo>
                  <a:pt x="7892" y="3207"/>
                </a:lnTo>
                <a:lnTo>
                  <a:pt x="7891" y="3239"/>
                </a:lnTo>
                <a:lnTo>
                  <a:pt x="7889" y="3271"/>
                </a:lnTo>
                <a:lnTo>
                  <a:pt x="7886" y="3302"/>
                </a:lnTo>
                <a:lnTo>
                  <a:pt x="7883" y="3334"/>
                </a:lnTo>
                <a:lnTo>
                  <a:pt x="7879" y="3364"/>
                </a:lnTo>
                <a:lnTo>
                  <a:pt x="7873" y="3395"/>
                </a:lnTo>
                <a:lnTo>
                  <a:pt x="7867" y="3425"/>
                </a:lnTo>
                <a:lnTo>
                  <a:pt x="7861" y="3455"/>
                </a:lnTo>
                <a:lnTo>
                  <a:pt x="7853" y="3485"/>
                </a:lnTo>
                <a:lnTo>
                  <a:pt x="7846" y="3514"/>
                </a:lnTo>
                <a:lnTo>
                  <a:pt x="7837" y="3543"/>
                </a:lnTo>
                <a:lnTo>
                  <a:pt x="7827" y="3572"/>
                </a:lnTo>
                <a:lnTo>
                  <a:pt x="7816" y="3600"/>
                </a:lnTo>
                <a:lnTo>
                  <a:pt x="7805" y="3629"/>
                </a:lnTo>
                <a:lnTo>
                  <a:pt x="7794" y="3656"/>
                </a:lnTo>
                <a:lnTo>
                  <a:pt x="7781" y="3684"/>
                </a:lnTo>
                <a:lnTo>
                  <a:pt x="7767" y="3711"/>
                </a:lnTo>
                <a:lnTo>
                  <a:pt x="7753" y="3738"/>
                </a:lnTo>
                <a:lnTo>
                  <a:pt x="7738" y="3764"/>
                </a:lnTo>
                <a:lnTo>
                  <a:pt x="7721" y="3791"/>
                </a:lnTo>
                <a:lnTo>
                  <a:pt x="7705" y="3818"/>
                </a:lnTo>
                <a:lnTo>
                  <a:pt x="7688" y="3843"/>
                </a:lnTo>
                <a:lnTo>
                  <a:pt x="7669" y="3869"/>
                </a:lnTo>
                <a:lnTo>
                  <a:pt x="7651" y="3894"/>
                </a:lnTo>
                <a:lnTo>
                  <a:pt x="7631" y="3919"/>
                </a:lnTo>
                <a:lnTo>
                  <a:pt x="7610" y="3943"/>
                </a:lnTo>
                <a:lnTo>
                  <a:pt x="7589" y="3968"/>
                </a:lnTo>
                <a:lnTo>
                  <a:pt x="7567" y="3992"/>
                </a:lnTo>
                <a:lnTo>
                  <a:pt x="7544" y="4015"/>
                </a:lnTo>
                <a:lnTo>
                  <a:pt x="7520" y="4039"/>
                </a:lnTo>
                <a:lnTo>
                  <a:pt x="7496" y="4062"/>
                </a:lnTo>
                <a:lnTo>
                  <a:pt x="7471" y="4085"/>
                </a:lnTo>
                <a:lnTo>
                  <a:pt x="7446" y="4106"/>
                </a:lnTo>
                <a:lnTo>
                  <a:pt x="7420" y="4128"/>
                </a:lnTo>
                <a:lnTo>
                  <a:pt x="7395" y="4148"/>
                </a:lnTo>
                <a:lnTo>
                  <a:pt x="7368" y="4169"/>
                </a:lnTo>
                <a:lnTo>
                  <a:pt x="7342" y="4187"/>
                </a:lnTo>
                <a:lnTo>
                  <a:pt x="7315" y="4205"/>
                </a:lnTo>
                <a:lnTo>
                  <a:pt x="7289" y="4224"/>
                </a:lnTo>
                <a:lnTo>
                  <a:pt x="7261" y="4240"/>
                </a:lnTo>
                <a:lnTo>
                  <a:pt x="7234" y="4256"/>
                </a:lnTo>
                <a:lnTo>
                  <a:pt x="7205" y="4272"/>
                </a:lnTo>
                <a:lnTo>
                  <a:pt x="7178" y="4287"/>
                </a:lnTo>
                <a:lnTo>
                  <a:pt x="7149" y="4300"/>
                </a:lnTo>
                <a:lnTo>
                  <a:pt x="7120" y="4314"/>
                </a:lnTo>
                <a:lnTo>
                  <a:pt x="7091" y="4327"/>
                </a:lnTo>
                <a:lnTo>
                  <a:pt x="7061" y="4338"/>
                </a:lnTo>
                <a:lnTo>
                  <a:pt x="7032" y="4349"/>
                </a:lnTo>
                <a:lnTo>
                  <a:pt x="7002" y="4360"/>
                </a:lnTo>
                <a:lnTo>
                  <a:pt x="6971" y="4370"/>
                </a:lnTo>
                <a:lnTo>
                  <a:pt x="6941" y="4379"/>
                </a:lnTo>
                <a:lnTo>
                  <a:pt x="6910" y="4387"/>
                </a:lnTo>
                <a:lnTo>
                  <a:pt x="6879" y="4395"/>
                </a:lnTo>
                <a:lnTo>
                  <a:pt x="6847" y="4401"/>
                </a:lnTo>
                <a:lnTo>
                  <a:pt x="6815" y="4407"/>
                </a:lnTo>
                <a:lnTo>
                  <a:pt x="6783" y="4413"/>
                </a:lnTo>
                <a:lnTo>
                  <a:pt x="6750" y="4417"/>
                </a:lnTo>
                <a:lnTo>
                  <a:pt x="6717" y="4422"/>
                </a:lnTo>
                <a:lnTo>
                  <a:pt x="6685" y="4425"/>
                </a:lnTo>
                <a:lnTo>
                  <a:pt x="6651" y="4428"/>
                </a:lnTo>
                <a:lnTo>
                  <a:pt x="6617" y="4429"/>
                </a:lnTo>
                <a:lnTo>
                  <a:pt x="6584" y="4430"/>
                </a:lnTo>
                <a:lnTo>
                  <a:pt x="6549" y="4431"/>
                </a:lnTo>
                <a:lnTo>
                  <a:pt x="6514" y="4430"/>
                </a:lnTo>
                <a:lnTo>
                  <a:pt x="6480" y="4429"/>
                </a:lnTo>
                <a:lnTo>
                  <a:pt x="6445" y="4428"/>
                </a:lnTo>
                <a:lnTo>
                  <a:pt x="6411" y="4425"/>
                </a:lnTo>
                <a:lnTo>
                  <a:pt x="6378" y="4422"/>
                </a:lnTo>
                <a:lnTo>
                  <a:pt x="6345" y="4417"/>
                </a:lnTo>
                <a:lnTo>
                  <a:pt x="6311" y="4413"/>
                </a:lnTo>
                <a:lnTo>
                  <a:pt x="6280" y="4407"/>
                </a:lnTo>
                <a:lnTo>
                  <a:pt x="6247" y="4401"/>
                </a:lnTo>
                <a:lnTo>
                  <a:pt x="6215" y="4395"/>
                </a:lnTo>
                <a:lnTo>
                  <a:pt x="6184" y="4387"/>
                </a:lnTo>
                <a:lnTo>
                  <a:pt x="6152" y="4379"/>
                </a:lnTo>
                <a:lnTo>
                  <a:pt x="6121" y="4370"/>
                </a:lnTo>
                <a:lnTo>
                  <a:pt x="6091" y="4360"/>
                </a:lnTo>
                <a:lnTo>
                  <a:pt x="6060" y="4349"/>
                </a:lnTo>
                <a:lnTo>
                  <a:pt x="6031" y="4338"/>
                </a:lnTo>
                <a:lnTo>
                  <a:pt x="6001" y="4327"/>
                </a:lnTo>
                <a:lnTo>
                  <a:pt x="5971" y="4314"/>
                </a:lnTo>
                <a:lnTo>
                  <a:pt x="5943" y="4300"/>
                </a:lnTo>
                <a:lnTo>
                  <a:pt x="5914" y="4287"/>
                </a:lnTo>
                <a:lnTo>
                  <a:pt x="5886" y="4272"/>
                </a:lnTo>
                <a:lnTo>
                  <a:pt x="5858" y="4256"/>
                </a:lnTo>
                <a:lnTo>
                  <a:pt x="5831" y="4240"/>
                </a:lnTo>
                <a:lnTo>
                  <a:pt x="5803" y="4224"/>
                </a:lnTo>
                <a:lnTo>
                  <a:pt x="5777" y="4205"/>
                </a:lnTo>
                <a:lnTo>
                  <a:pt x="5749" y="4187"/>
                </a:lnTo>
                <a:lnTo>
                  <a:pt x="5724" y="4169"/>
                </a:lnTo>
                <a:lnTo>
                  <a:pt x="5697" y="4148"/>
                </a:lnTo>
                <a:lnTo>
                  <a:pt x="5671" y="4128"/>
                </a:lnTo>
                <a:lnTo>
                  <a:pt x="5646" y="4106"/>
                </a:lnTo>
                <a:lnTo>
                  <a:pt x="5621" y="4085"/>
                </a:lnTo>
                <a:lnTo>
                  <a:pt x="5596" y="4062"/>
                </a:lnTo>
                <a:lnTo>
                  <a:pt x="5573" y="4039"/>
                </a:lnTo>
                <a:lnTo>
                  <a:pt x="5549" y="4015"/>
                </a:lnTo>
                <a:lnTo>
                  <a:pt x="5527" y="3992"/>
                </a:lnTo>
                <a:lnTo>
                  <a:pt x="5505" y="3968"/>
                </a:lnTo>
                <a:lnTo>
                  <a:pt x="5484" y="3943"/>
                </a:lnTo>
                <a:lnTo>
                  <a:pt x="5464" y="3919"/>
                </a:lnTo>
                <a:lnTo>
                  <a:pt x="5445" y="3894"/>
                </a:lnTo>
                <a:lnTo>
                  <a:pt x="5426" y="3869"/>
                </a:lnTo>
                <a:lnTo>
                  <a:pt x="5408" y="3843"/>
                </a:lnTo>
                <a:lnTo>
                  <a:pt x="5391" y="3818"/>
                </a:lnTo>
                <a:lnTo>
                  <a:pt x="5375" y="3791"/>
                </a:lnTo>
                <a:lnTo>
                  <a:pt x="5359" y="3764"/>
                </a:lnTo>
                <a:lnTo>
                  <a:pt x="5344" y="3738"/>
                </a:lnTo>
                <a:lnTo>
                  <a:pt x="5330" y="3711"/>
                </a:lnTo>
                <a:lnTo>
                  <a:pt x="5316" y="3684"/>
                </a:lnTo>
                <a:lnTo>
                  <a:pt x="5304" y="3656"/>
                </a:lnTo>
                <a:lnTo>
                  <a:pt x="5292" y="3629"/>
                </a:lnTo>
                <a:lnTo>
                  <a:pt x="5281" y="3600"/>
                </a:lnTo>
                <a:lnTo>
                  <a:pt x="5270" y="3572"/>
                </a:lnTo>
                <a:lnTo>
                  <a:pt x="5261" y="3543"/>
                </a:lnTo>
                <a:lnTo>
                  <a:pt x="5252" y="3514"/>
                </a:lnTo>
                <a:lnTo>
                  <a:pt x="5244" y="3485"/>
                </a:lnTo>
                <a:lnTo>
                  <a:pt x="5237" y="3455"/>
                </a:lnTo>
                <a:lnTo>
                  <a:pt x="5231" y="3425"/>
                </a:lnTo>
                <a:lnTo>
                  <a:pt x="5225" y="3395"/>
                </a:lnTo>
                <a:lnTo>
                  <a:pt x="5219" y="3364"/>
                </a:lnTo>
                <a:lnTo>
                  <a:pt x="5215" y="3334"/>
                </a:lnTo>
                <a:lnTo>
                  <a:pt x="5212" y="3302"/>
                </a:lnTo>
                <a:lnTo>
                  <a:pt x="5209" y="3271"/>
                </a:lnTo>
                <a:lnTo>
                  <a:pt x="5207" y="3239"/>
                </a:lnTo>
                <a:lnTo>
                  <a:pt x="5206" y="3207"/>
                </a:lnTo>
                <a:lnTo>
                  <a:pt x="5206" y="3175"/>
                </a:lnTo>
                <a:lnTo>
                  <a:pt x="5206" y="3142"/>
                </a:lnTo>
                <a:lnTo>
                  <a:pt x="5207" y="3110"/>
                </a:lnTo>
                <a:lnTo>
                  <a:pt x="5209" y="3079"/>
                </a:lnTo>
                <a:lnTo>
                  <a:pt x="5212" y="3047"/>
                </a:lnTo>
                <a:lnTo>
                  <a:pt x="5215" y="3016"/>
                </a:lnTo>
                <a:lnTo>
                  <a:pt x="5219" y="2985"/>
                </a:lnTo>
                <a:lnTo>
                  <a:pt x="5225" y="2954"/>
                </a:lnTo>
                <a:lnTo>
                  <a:pt x="5231" y="2924"/>
                </a:lnTo>
                <a:lnTo>
                  <a:pt x="5237" y="2894"/>
                </a:lnTo>
                <a:lnTo>
                  <a:pt x="5244" y="2864"/>
                </a:lnTo>
                <a:lnTo>
                  <a:pt x="5252" y="2835"/>
                </a:lnTo>
                <a:lnTo>
                  <a:pt x="5261" y="2805"/>
                </a:lnTo>
                <a:lnTo>
                  <a:pt x="5270" y="2777"/>
                </a:lnTo>
                <a:lnTo>
                  <a:pt x="5281" y="2748"/>
                </a:lnTo>
                <a:lnTo>
                  <a:pt x="5292" y="2720"/>
                </a:lnTo>
                <a:lnTo>
                  <a:pt x="5304" y="2692"/>
                </a:lnTo>
                <a:lnTo>
                  <a:pt x="5316" y="2664"/>
                </a:lnTo>
                <a:lnTo>
                  <a:pt x="5330" y="2637"/>
                </a:lnTo>
                <a:lnTo>
                  <a:pt x="5344" y="2610"/>
                </a:lnTo>
                <a:lnTo>
                  <a:pt x="5359" y="2583"/>
                </a:lnTo>
                <a:lnTo>
                  <a:pt x="5375" y="2556"/>
                </a:lnTo>
                <a:lnTo>
                  <a:pt x="5391" y="2531"/>
                </a:lnTo>
                <a:lnTo>
                  <a:pt x="5408" y="2504"/>
                </a:lnTo>
                <a:lnTo>
                  <a:pt x="5426" y="2479"/>
                </a:lnTo>
                <a:lnTo>
                  <a:pt x="5445" y="2453"/>
                </a:lnTo>
                <a:lnTo>
                  <a:pt x="5464" y="2429"/>
                </a:lnTo>
                <a:lnTo>
                  <a:pt x="5484" y="2404"/>
                </a:lnTo>
                <a:lnTo>
                  <a:pt x="5505" y="2380"/>
                </a:lnTo>
                <a:lnTo>
                  <a:pt x="5527" y="2355"/>
                </a:lnTo>
                <a:lnTo>
                  <a:pt x="5549" y="2332"/>
                </a:lnTo>
                <a:lnTo>
                  <a:pt x="5573" y="2308"/>
                </a:lnTo>
                <a:lnTo>
                  <a:pt x="5596" y="2285"/>
                </a:lnTo>
                <a:lnTo>
                  <a:pt x="5621" y="2262"/>
                </a:lnTo>
                <a:lnTo>
                  <a:pt x="5646" y="2241"/>
                </a:lnTo>
                <a:lnTo>
                  <a:pt x="5671" y="2220"/>
                </a:lnTo>
                <a:lnTo>
                  <a:pt x="5697" y="2199"/>
                </a:lnTo>
                <a:lnTo>
                  <a:pt x="5724" y="2180"/>
                </a:lnTo>
                <a:lnTo>
                  <a:pt x="5749" y="2161"/>
                </a:lnTo>
                <a:lnTo>
                  <a:pt x="5777" y="2143"/>
                </a:lnTo>
                <a:lnTo>
                  <a:pt x="5803" y="2126"/>
                </a:lnTo>
                <a:lnTo>
                  <a:pt x="5831" y="2108"/>
                </a:lnTo>
                <a:lnTo>
                  <a:pt x="5858" y="2092"/>
                </a:lnTo>
                <a:lnTo>
                  <a:pt x="5886" y="2077"/>
                </a:lnTo>
                <a:lnTo>
                  <a:pt x="5914" y="2062"/>
                </a:lnTo>
                <a:lnTo>
                  <a:pt x="5943" y="2048"/>
                </a:lnTo>
                <a:lnTo>
                  <a:pt x="5971" y="2035"/>
                </a:lnTo>
                <a:lnTo>
                  <a:pt x="6001" y="2023"/>
                </a:lnTo>
                <a:lnTo>
                  <a:pt x="6031" y="2011"/>
                </a:lnTo>
                <a:lnTo>
                  <a:pt x="6060" y="2000"/>
                </a:lnTo>
                <a:lnTo>
                  <a:pt x="6091" y="1990"/>
                </a:lnTo>
                <a:lnTo>
                  <a:pt x="6121" y="1980"/>
                </a:lnTo>
                <a:lnTo>
                  <a:pt x="6152" y="1971"/>
                </a:lnTo>
                <a:lnTo>
                  <a:pt x="6184" y="1962"/>
                </a:lnTo>
                <a:lnTo>
                  <a:pt x="6215" y="1955"/>
                </a:lnTo>
                <a:lnTo>
                  <a:pt x="6247" y="1948"/>
                </a:lnTo>
                <a:lnTo>
                  <a:pt x="6280" y="1942"/>
                </a:lnTo>
                <a:lnTo>
                  <a:pt x="6311" y="1937"/>
                </a:lnTo>
                <a:lnTo>
                  <a:pt x="6345" y="1932"/>
                </a:lnTo>
                <a:lnTo>
                  <a:pt x="6378" y="1928"/>
                </a:lnTo>
                <a:lnTo>
                  <a:pt x="6411" y="1925"/>
                </a:lnTo>
                <a:lnTo>
                  <a:pt x="6445" y="1923"/>
                </a:lnTo>
                <a:lnTo>
                  <a:pt x="6480" y="1921"/>
                </a:lnTo>
                <a:lnTo>
                  <a:pt x="6514" y="1920"/>
                </a:lnTo>
                <a:lnTo>
                  <a:pt x="6549" y="1920"/>
                </a:lnTo>
                <a:lnTo>
                  <a:pt x="6584" y="1920"/>
                </a:lnTo>
                <a:lnTo>
                  <a:pt x="6617" y="1921"/>
                </a:lnTo>
                <a:lnTo>
                  <a:pt x="6651" y="1923"/>
                </a:lnTo>
                <a:lnTo>
                  <a:pt x="6685" y="1925"/>
                </a:lnTo>
                <a:lnTo>
                  <a:pt x="6717" y="1928"/>
                </a:lnTo>
                <a:lnTo>
                  <a:pt x="6750" y="1932"/>
                </a:lnTo>
                <a:lnTo>
                  <a:pt x="6783" y="1937"/>
                </a:lnTo>
                <a:lnTo>
                  <a:pt x="6815" y="1942"/>
                </a:lnTo>
                <a:lnTo>
                  <a:pt x="6847" y="1948"/>
                </a:lnTo>
                <a:lnTo>
                  <a:pt x="6879" y="1955"/>
                </a:lnTo>
                <a:lnTo>
                  <a:pt x="6910" y="1962"/>
                </a:lnTo>
                <a:lnTo>
                  <a:pt x="6941" y="1971"/>
                </a:lnTo>
                <a:lnTo>
                  <a:pt x="6971" y="1980"/>
                </a:lnTo>
                <a:lnTo>
                  <a:pt x="7002" y="1990"/>
                </a:lnTo>
                <a:lnTo>
                  <a:pt x="7032" y="2000"/>
                </a:lnTo>
                <a:lnTo>
                  <a:pt x="7061" y="2011"/>
                </a:lnTo>
                <a:lnTo>
                  <a:pt x="7091" y="2023"/>
                </a:lnTo>
                <a:lnTo>
                  <a:pt x="7120" y="2035"/>
                </a:lnTo>
                <a:lnTo>
                  <a:pt x="7149" y="2048"/>
                </a:lnTo>
                <a:lnTo>
                  <a:pt x="7178" y="2062"/>
                </a:lnTo>
                <a:lnTo>
                  <a:pt x="7205" y="2077"/>
                </a:lnTo>
                <a:lnTo>
                  <a:pt x="7234" y="2092"/>
                </a:lnTo>
                <a:lnTo>
                  <a:pt x="7261" y="2108"/>
                </a:lnTo>
                <a:lnTo>
                  <a:pt x="7289" y="2126"/>
                </a:lnTo>
                <a:lnTo>
                  <a:pt x="7315" y="2143"/>
                </a:lnTo>
                <a:lnTo>
                  <a:pt x="7342" y="2161"/>
                </a:lnTo>
                <a:lnTo>
                  <a:pt x="7368" y="2180"/>
                </a:lnTo>
                <a:lnTo>
                  <a:pt x="7395" y="2199"/>
                </a:lnTo>
                <a:lnTo>
                  <a:pt x="7420" y="2220"/>
                </a:lnTo>
                <a:lnTo>
                  <a:pt x="7446" y="2241"/>
                </a:lnTo>
                <a:lnTo>
                  <a:pt x="7471" y="2262"/>
                </a:lnTo>
                <a:lnTo>
                  <a:pt x="7496" y="2285"/>
                </a:lnTo>
                <a:lnTo>
                  <a:pt x="7520" y="2308"/>
                </a:lnTo>
                <a:lnTo>
                  <a:pt x="7544" y="2332"/>
                </a:lnTo>
                <a:lnTo>
                  <a:pt x="7567" y="2355"/>
                </a:lnTo>
                <a:lnTo>
                  <a:pt x="7589" y="2380"/>
                </a:lnTo>
                <a:lnTo>
                  <a:pt x="7610" y="2404"/>
                </a:lnTo>
                <a:lnTo>
                  <a:pt x="7631" y="2429"/>
                </a:lnTo>
                <a:lnTo>
                  <a:pt x="7651" y="2453"/>
                </a:lnTo>
                <a:lnTo>
                  <a:pt x="7669" y="2479"/>
                </a:lnTo>
                <a:lnTo>
                  <a:pt x="7688" y="2504"/>
                </a:lnTo>
                <a:lnTo>
                  <a:pt x="7705" y="2531"/>
                </a:lnTo>
                <a:lnTo>
                  <a:pt x="7721" y="2556"/>
                </a:lnTo>
                <a:lnTo>
                  <a:pt x="7738" y="2583"/>
                </a:lnTo>
                <a:lnTo>
                  <a:pt x="7753" y="2610"/>
                </a:lnTo>
                <a:lnTo>
                  <a:pt x="7767" y="2637"/>
                </a:lnTo>
                <a:lnTo>
                  <a:pt x="7781" y="2664"/>
                </a:lnTo>
                <a:lnTo>
                  <a:pt x="7794" y="2692"/>
                </a:lnTo>
                <a:lnTo>
                  <a:pt x="7805" y="2720"/>
                </a:lnTo>
                <a:lnTo>
                  <a:pt x="7816" y="2748"/>
                </a:lnTo>
                <a:lnTo>
                  <a:pt x="7827" y="2777"/>
                </a:lnTo>
                <a:lnTo>
                  <a:pt x="7837" y="2805"/>
                </a:lnTo>
                <a:lnTo>
                  <a:pt x="7846" y="2835"/>
                </a:lnTo>
                <a:lnTo>
                  <a:pt x="7853" y="2864"/>
                </a:lnTo>
                <a:lnTo>
                  <a:pt x="7861" y="2894"/>
                </a:lnTo>
                <a:lnTo>
                  <a:pt x="7867" y="2924"/>
                </a:lnTo>
                <a:lnTo>
                  <a:pt x="7873" y="2954"/>
                </a:lnTo>
                <a:lnTo>
                  <a:pt x="7879" y="2985"/>
                </a:lnTo>
                <a:lnTo>
                  <a:pt x="7883" y="3016"/>
                </a:lnTo>
                <a:lnTo>
                  <a:pt x="7886" y="3047"/>
                </a:lnTo>
                <a:lnTo>
                  <a:pt x="7889" y="3079"/>
                </a:lnTo>
                <a:lnTo>
                  <a:pt x="7891" y="3110"/>
                </a:lnTo>
                <a:lnTo>
                  <a:pt x="7892" y="3142"/>
                </a:lnTo>
                <a:lnTo>
                  <a:pt x="7892" y="3175"/>
                </a:lnTo>
                <a:close/>
                <a:moveTo>
                  <a:pt x="7644" y="11443"/>
                </a:moveTo>
                <a:lnTo>
                  <a:pt x="5446" y="11443"/>
                </a:lnTo>
                <a:lnTo>
                  <a:pt x="5446" y="5205"/>
                </a:lnTo>
                <a:lnTo>
                  <a:pt x="7644" y="5205"/>
                </a:lnTo>
                <a:lnTo>
                  <a:pt x="7644" y="11443"/>
                </a:lnTo>
                <a:close/>
              </a:path>
            </a:pathLst>
          </a:custGeom>
          <a:solidFill>
            <a:srgbClr val="F09632"/>
          </a:solidFill>
          <a:ln w="9525">
            <a:noFill/>
            <a:round/>
            <a:headEnd/>
            <a:tailEnd/>
          </a:ln>
        </p:spPr>
        <p:txBody>
          <a:bodyPr lIns="103156" tIns="51579" rIns="103156" bIns="51579"/>
          <a:lstStyle/>
          <a:p>
            <a:pPr>
              <a:defRPr/>
            </a:pPr>
            <a:endParaRPr lang="it-IT" sz="2400">
              <a:ea typeface="ＭＳ Ｐゴシック" pitchFamily="34" charset="-128"/>
            </a:endParaRPr>
          </a:p>
        </p:txBody>
      </p:sp>
      <p:grpSp>
        <p:nvGrpSpPr>
          <p:cNvPr id="2" name="Group"/>
          <p:cNvGrpSpPr>
            <a:grpSpLocks noChangeAspect="1"/>
          </p:cNvGrpSpPr>
          <p:nvPr/>
        </p:nvGrpSpPr>
        <p:grpSpPr bwMode="auto">
          <a:xfrm>
            <a:off x="9264651" y="6345767"/>
            <a:ext cx="2592916" cy="213784"/>
            <a:chOff x="-47" y="1380"/>
            <a:chExt cx="5855" cy="480"/>
          </a:xfrm>
        </p:grpSpPr>
        <p:sp>
          <p:nvSpPr>
            <p:cNvPr id="12296" name="AutoShape 22"/>
            <p:cNvSpPr>
              <a:spLocks noChangeAspect="1" noChangeArrowheads="1" noTextEdit="1"/>
            </p:cNvSpPr>
            <p:nvPr userDrawn="1"/>
          </p:nvSpPr>
          <p:spPr bwMode="auto">
            <a:xfrm>
              <a:off x="-47" y="1380"/>
              <a:ext cx="5855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297" name="Freeform 24"/>
            <p:cNvSpPr>
              <a:spLocks noEditPoints="1"/>
            </p:cNvSpPr>
            <p:nvPr userDrawn="1"/>
          </p:nvSpPr>
          <p:spPr bwMode="auto">
            <a:xfrm>
              <a:off x="407" y="1394"/>
              <a:ext cx="339" cy="451"/>
            </a:xfrm>
            <a:custGeom>
              <a:avLst/>
              <a:gdLst>
                <a:gd name="T0" fmla="*/ 84 w 56"/>
                <a:gd name="T1" fmla="*/ 216 h 76"/>
                <a:gd name="T2" fmla="*/ 96 w 56"/>
                <a:gd name="T3" fmla="*/ 192 h 76"/>
                <a:gd name="T4" fmla="*/ 102 w 56"/>
                <a:gd name="T5" fmla="*/ 180 h 76"/>
                <a:gd name="T6" fmla="*/ 114 w 56"/>
                <a:gd name="T7" fmla="*/ 168 h 76"/>
                <a:gd name="T8" fmla="*/ 138 w 56"/>
                <a:gd name="T9" fmla="*/ 156 h 76"/>
                <a:gd name="T10" fmla="*/ 186 w 56"/>
                <a:gd name="T11" fmla="*/ 168 h 76"/>
                <a:gd name="T12" fmla="*/ 198 w 56"/>
                <a:gd name="T13" fmla="*/ 174 h 76"/>
                <a:gd name="T14" fmla="*/ 210 w 56"/>
                <a:gd name="T15" fmla="*/ 192 h 76"/>
                <a:gd name="T16" fmla="*/ 216 w 56"/>
                <a:gd name="T17" fmla="*/ 210 h 76"/>
                <a:gd name="T18" fmla="*/ 228 w 56"/>
                <a:gd name="T19" fmla="*/ 258 h 76"/>
                <a:gd name="T20" fmla="*/ 222 w 56"/>
                <a:gd name="T21" fmla="*/ 366 h 76"/>
                <a:gd name="T22" fmla="*/ 210 w 56"/>
                <a:gd name="T23" fmla="*/ 390 h 76"/>
                <a:gd name="T24" fmla="*/ 198 w 56"/>
                <a:gd name="T25" fmla="*/ 402 h 76"/>
                <a:gd name="T26" fmla="*/ 192 w 56"/>
                <a:gd name="T27" fmla="*/ 414 h 76"/>
                <a:gd name="T28" fmla="*/ 174 w 56"/>
                <a:gd name="T29" fmla="*/ 426 h 76"/>
                <a:gd name="T30" fmla="*/ 132 w 56"/>
                <a:gd name="T31" fmla="*/ 426 h 76"/>
                <a:gd name="T32" fmla="*/ 114 w 56"/>
                <a:gd name="T33" fmla="*/ 420 h 76"/>
                <a:gd name="T34" fmla="*/ 102 w 56"/>
                <a:gd name="T35" fmla="*/ 408 h 76"/>
                <a:gd name="T36" fmla="*/ 90 w 56"/>
                <a:gd name="T37" fmla="*/ 390 h 76"/>
                <a:gd name="T38" fmla="*/ 84 w 56"/>
                <a:gd name="T39" fmla="*/ 360 h 76"/>
                <a:gd name="T40" fmla="*/ 192 w 56"/>
                <a:gd name="T41" fmla="*/ 0 h 76"/>
                <a:gd name="T42" fmla="*/ 216 w 56"/>
                <a:gd name="T43" fmla="*/ 30 h 76"/>
                <a:gd name="T44" fmla="*/ 228 w 56"/>
                <a:gd name="T45" fmla="*/ 180 h 76"/>
                <a:gd name="T46" fmla="*/ 216 w 56"/>
                <a:gd name="T47" fmla="*/ 162 h 76"/>
                <a:gd name="T48" fmla="*/ 210 w 56"/>
                <a:gd name="T49" fmla="*/ 150 h 76"/>
                <a:gd name="T50" fmla="*/ 192 w 56"/>
                <a:gd name="T51" fmla="*/ 144 h 76"/>
                <a:gd name="T52" fmla="*/ 168 w 56"/>
                <a:gd name="T53" fmla="*/ 132 h 76"/>
                <a:gd name="T54" fmla="*/ 96 w 56"/>
                <a:gd name="T55" fmla="*/ 138 h 76"/>
                <a:gd name="T56" fmla="*/ 78 w 56"/>
                <a:gd name="T57" fmla="*/ 150 h 76"/>
                <a:gd name="T58" fmla="*/ 60 w 56"/>
                <a:gd name="T59" fmla="*/ 162 h 76"/>
                <a:gd name="T60" fmla="*/ 54 w 56"/>
                <a:gd name="T61" fmla="*/ 168 h 76"/>
                <a:gd name="T62" fmla="*/ 42 w 56"/>
                <a:gd name="T63" fmla="*/ 180 h 76"/>
                <a:gd name="T64" fmla="*/ 30 w 56"/>
                <a:gd name="T65" fmla="*/ 192 h 76"/>
                <a:gd name="T66" fmla="*/ 18 w 56"/>
                <a:gd name="T67" fmla="*/ 210 h 76"/>
                <a:gd name="T68" fmla="*/ 12 w 56"/>
                <a:gd name="T69" fmla="*/ 228 h 76"/>
                <a:gd name="T70" fmla="*/ 0 w 56"/>
                <a:gd name="T71" fmla="*/ 270 h 76"/>
                <a:gd name="T72" fmla="*/ 6 w 56"/>
                <a:gd name="T73" fmla="*/ 354 h 76"/>
                <a:gd name="T74" fmla="*/ 18 w 56"/>
                <a:gd name="T75" fmla="*/ 378 h 76"/>
                <a:gd name="T76" fmla="*/ 30 w 56"/>
                <a:gd name="T77" fmla="*/ 396 h 76"/>
                <a:gd name="T78" fmla="*/ 36 w 56"/>
                <a:gd name="T79" fmla="*/ 408 h 76"/>
                <a:gd name="T80" fmla="*/ 48 w 56"/>
                <a:gd name="T81" fmla="*/ 420 h 76"/>
                <a:gd name="T82" fmla="*/ 60 w 56"/>
                <a:gd name="T83" fmla="*/ 426 h 76"/>
                <a:gd name="T84" fmla="*/ 72 w 56"/>
                <a:gd name="T85" fmla="*/ 438 h 76"/>
                <a:gd name="T86" fmla="*/ 90 w 56"/>
                <a:gd name="T87" fmla="*/ 450 h 76"/>
                <a:gd name="T88" fmla="*/ 138 w 56"/>
                <a:gd name="T89" fmla="*/ 456 h 76"/>
                <a:gd name="T90" fmla="*/ 180 w 56"/>
                <a:gd name="T91" fmla="*/ 444 h 76"/>
                <a:gd name="T92" fmla="*/ 198 w 56"/>
                <a:gd name="T93" fmla="*/ 438 h 76"/>
                <a:gd name="T94" fmla="*/ 210 w 56"/>
                <a:gd name="T95" fmla="*/ 426 h 76"/>
                <a:gd name="T96" fmla="*/ 222 w 56"/>
                <a:gd name="T97" fmla="*/ 414 h 76"/>
                <a:gd name="T98" fmla="*/ 228 w 56"/>
                <a:gd name="T99" fmla="*/ 396 h 76"/>
                <a:gd name="T100" fmla="*/ 336 w 56"/>
                <a:gd name="T101" fmla="*/ 450 h 76"/>
                <a:gd name="T102" fmla="*/ 300 w 56"/>
                <a:gd name="T103" fmla="*/ 420 h 76"/>
                <a:gd name="T104" fmla="*/ 246 w 56"/>
                <a:gd name="T105" fmla="*/ 0 h 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" h="76">
                  <a:moveTo>
                    <a:pt x="13" y="44"/>
                  </a:moveTo>
                  <a:lnTo>
                    <a:pt x="13" y="41"/>
                  </a:lnTo>
                  <a:lnTo>
                    <a:pt x="13" y="39"/>
                  </a:lnTo>
                  <a:lnTo>
                    <a:pt x="14" y="38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6" y="32"/>
                  </a:lnTo>
                  <a:lnTo>
                    <a:pt x="16" y="31"/>
                  </a:lnTo>
                  <a:lnTo>
                    <a:pt x="17" y="31"/>
                  </a:lnTo>
                  <a:lnTo>
                    <a:pt x="17" y="30"/>
                  </a:lnTo>
                  <a:lnTo>
                    <a:pt x="18" y="29"/>
                  </a:lnTo>
                  <a:lnTo>
                    <a:pt x="19" y="28"/>
                  </a:lnTo>
                  <a:lnTo>
                    <a:pt x="20" y="28"/>
                  </a:lnTo>
                  <a:lnTo>
                    <a:pt x="20" y="27"/>
                  </a:lnTo>
                  <a:lnTo>
                    <a:pt x="21" y="27"/>
                  </a:lnTo>
                  <a:lnTo>
                    <a:pt x="22" y="27"/>
                  </a:lnTo>
                  <a:lnTo>
                    <a:pt x="23" y="26"/>
                  </a:lnTo>
                  <a:lnTo>
                    <a:pt x="28" y="26"/>
                  </a:lnTo>
                  <a:lnTo>
                    <a:pt x="29" y="27"/>
                  </a:lnTo>
                  <a:lnTo>
                    <a:pt x="30" y="27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2" y="29"/>
                  </a:lnTo>
                  <a:lnTo>
                    <a:pt x="33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3"/>
                  </a:lnTo>
                  <a:lnTo>
                    <a:pt x="36" y="34"/>
                  </a:lnTo>
                  <a:lnTo>
                    <a:pt x="36" y="35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7" y="39"/>
                  </a:lnTo>
                  <a:lnTo>
                    <a:pt x="38" y="40"/>
                  </a:lnTo>
                  <a:lnTo>
                    <a:pt x="38" y="43"/>
                  </a:lnTo>
                  <a:lnTo>
                    <a:pt x="38" y="54"/>
                  </a:lnTo>
                  <a:lnTo>
                    <a:pt x="38" y="56"/>
                  </a:lnTo>
                  <a:lnTo>
                    <a:pt x="37" y="58"/>
                  </a:lnTo>
                  <a:lnTo>
                    <a:pt x="37" y="60"/>
                  </a:lnTo>
                  <a:lnTo>
                    <a:pt x="37" y="61"/>
                  </a:lnTo>
                  <a:lnTo>
                    <a:pt x="36" y="62"/>
                  </a:lnTo>
                  <a:lnTo>
                    <a:pt x="36" y="63"/>
                  </a:lnTo>
                  <a:lnTo>
                    <a:pt x="35" y="64"/>
                  </a:lnTo>
                  <a:lnTo>
                    <a:pt x="35" y="65"/>
                  </a:lnTo>
                  <a:lnTo>
                    <a:pt x="34" y="66"/>
                  </a:lnTo>
                  <a:lnTo>
                    <a:pt x="34" y="67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2" y="68"/>
                  </a:lnTo>
                  <a:lnTo>
                    <a:pt x="32" y="69"/>
                  </a:lnTo>
                  <a:lnTo>
                    <a:pt x="31" y="69"/>
                  </a:lnTo>
                  <a:lnTo>
                    <a:pt x="31" y="70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8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lnTo>
                    <a:pt x="22" y="71"/>
                  </a:lnTo>
                  <a:lnTo>
                    <a:pt x="21" y="71"/>
                  </a:lnTo>
                  <a:lnTo>
                    <a:pt x="20" y="71"/>
                  </a:lnTo>
                  <a:lnTo>
                    <a:pt x="20" y="70"/>
                  </a:lnTo>
                  <a:lnTo>
                    <a:pt x="19" y="70"/>
                  </a:lnTo>
                  <a:lnTo>
                    <a:pt x="18" y="69"/>
                  </a:lnTo>
                  <a:lnTo>
                    <a:pt x="17" y="68"/>
                  </a:lnTo>
                  <a:lnTo>
                    <a:pt x="17" y="67"/>
                  </a:lnTo>
                  <a:lnTo>
                    <a:pt x="16" y="67"/>
                  </a:lnTo>
                  <a:lnTo>
                    <a:pt x="16" y="66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4" y="62"/>
                  </a:lnTo>
                  <a:lnTo>
                    <a:pt x="14" y="60"/>
                  </a:lnTo>
                  <a:lnTo>
                    <a:pt x="13" y="59"/>
                  </a:lnTo>
                  <a:lnTo>
                    <a:pt x="13" y="57"/>
                  </a:lnTo>
                  <a:lnTo>
                    <a:pt x="13" y="53"/>
                  </a:lnTo>
                  <a:lnTo>
                    <a:pt x="13" y="44"/>
                  </a:lnTo>
                  <a:close/>
                  <a:moveTo>
                    <a:pt x="32" y="0"/>
                  </a:moveTo>
                  <a:lnTo>
                    <a:pt x="30" y="0"/>
                  </a:lnTo>
                  <a:lnTo>
                    <a:pt x="30" y="4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8" y="30"/>
                  </a:lnTo>
                  <a:lnTo>
                    <a:pt x="38" y="29"/>
                  </a:lnTo>
                  <a:lnTo>
                    <a:pt x="37" y="29"/>
                  </a:lnTo>
                  <a:lnTo>
                    <a:pt x="37" y="28"/>
                  </a:lnTo>
                  <a:lnTo>
                    <a:pt x="36" y="27"/>
                  </a:lnTo>
                  <a:lnTo>
                    <a:pt x="36" y="26"/>
                  </a:lnTo>
                  <a:lnTo>
                    <a:pt x="35" y="26"/>
                  </a:lnTo>
                  <a:lnTo>
                    <a:pt x="35" y="25"/>
                  </a:lnTo>
                  <a:lnTo>
                    <a:pt x="34" y="25"/>
                  </a:lnTo>
                  <a:lnTo>
                    <a:pt x="33" y="24"/>
                  </a:lnTo>
                  <a:lnTo>
                    <a:pt x="32" y="24"/>
                  </a:lnTo>
                  <a:lnTo>
                    <a:pt x="32" y="23"/>
                  </a:lnTo>
                  <a:lnTo>
                    <a:pt x="31" y="23"/>
                  </a:lnTo>
                  <a:lnTo>
                    <a:pt x="30" y="23"/>
                  </a:lnTo>
                  <a:lnTo>
                    <a:pt x="29" y="22"/>
                  </a:lnTo>
                  <a:lnTo>
                    <a:pt x="28" y="22"/>
                  </a:lnTo>
                  <a:lnTo>
                    <a:pt x="21" y="22"/>
                  </a:lnTo>
                  <a:lnTo>
                    <a:pt x="19" y="22"/>
                  </a:lnTo>
                  <a:lnTo>
                    <a:pt x="18" y="23"/>
                  </a:lnTo>
                  <a:lnTo>
                    <a:pt x="17" y="23"/>
                  </a:lnTo>
                  <a:lnTo>
                    <a:pt x="16" y="23"/>
                  </a:lnTo>
                  <a:lnTo>
                    <a:pt x="15" y="24"/>
                  </a:lnTo>
                  <a:lnTo>
                    <a:pt x="14" y="24"/>
                  </a:lnTo>
                  <a:lnTo>
                    <a:pt x="13" y="25"/>
                  </a:lnTo>
                  <a:lnTo>
                    <a:pt x="12" y="25"/>
                  </a:lnTo>
                  <a:lnTo>
                    <a:pt x="12" y="26"/>
                  </a:lnTo>
                  <a:lnTo>
                    <a:pt x="11" y="26"/>
                  </a:lnTo>
                  <a:lnTo>
                    <a:pt x="10" y="27"/>
                  </a:lnTo>
                  <a:lnTo>
                    <a:pt x="9" y="28"/>
                  </a:lnTo>
                  <a:lnTo>
                    <a:pt x="8" y="29"/>
                  </a:lnTo>
                  <a:lnTo>
                    <a:pt x="7" y="29"/>
                  </a:lnTo>
                  <a:lnTo>
                    <a:pt x="7" y="30"/>
                  </a:lnTo>
                  <a:lnTo>
                    <a:pt x="6" y="30"/>
                  </a:lnTo>
                  <a:lnTo>
                    <a:pt x="6" y="31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3" y="35"/>
                  </a:lnTo>
                  <a:lnTo>
                    <a:pt x="3" y="36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1" y="42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1" y="56"/>
                  </a:lnTo>
                  <a:lnTo>
                    <a:pt x="1" y="58"/>
                  </a:lnTo>
                  <a:lnTo>
                    <a:pt x="1" y="59"/>
                  </a:lnTo>
                  <a:lnTo>
                    <a:pt x="2" y="60"/>
                  </a:lnTo>
                  <a:lnTo>
                    <a:pt x="2" y="61"/>
                  </a:lnTo>
                  <a:lnTo>
                    <a:pt x="3" y="62"/>
                  </a:lnTo>
                  <a:lnTo>
                    <a:pt x="3" y="63"/>
                  </a:lnTo>
                  <a:lnTo>
                    <a:pt x="4" y="64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5" y="67"/>
                  </a:lnTo>
                  <a:lnTo>
                    <a:pt x="6" y="67"/>
                  </a:lnTo>
                  <a:lnTo>
                    <a:pt x="6" y="68"/>
                  </a:lnTo>
                  <a:lnTo>
                    <a:pt x="7" y="68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8" y="70"/>
                  </a:lnTo>
                  <a:lnTo>
                    <a:pt x="9" y="70"/>
                  </a:lnTo>
                  <a:lnTo>
                    <a:pt x="9" y="71"/>
                  </a:lnTo>
                  <a:lnTo>
                    <a:pt x="10" y="71"/>
                  </a:lnTo>
                  <a:lnTo>
                    <a:pt x="10" y="72"/>
                  </a:lnTo>
                  <a:lnTo>
                    <a:pt x="11" y="72"/>
                  </a:lnTo>
                  <a:lnTo>
                    <a:pt x="12" y="73"/>
                  </a:lnTo>
                  <a:lnTo>
                    <a:pt x="13" y="73"/>
                  </a:lnTo>
                  <a:lnTo>
                    <a:pt x="13" y="74"/>
                  </a:lnTo>
                  <a:lnTo>
                    <a:pt x="14" y="74"/>
                  </a:lnTo>
                  <a:lnTo>
                    <a:pt x="15" y="74"/>
                  </a:lnTo>
                  <a:lnTo>
                    <a:pt x="15" y="75"/>
                  </a:lnTo>
                  <a:lnTo>
                    <a:pt x="16" y="75"/>
                  </a:lnTo>
                  <a:lnTo>
                    <a:pt x="17" y="75"/>
                  </a:lnTo>
                  <a:lnTo>
                    <a:pt x="18" y="76"/>
                  </a:lnTo>
                  <a:lnTo>
                    <a:pt x="21" y="76"/>
                  </a:lnTo>
                  <a:lnTo>
                    <a:pt x="23" y="76"/>
                  </a:lnTo>
                  <a:lnTo>
                    <a:pt x="26" y="76"/>
                  </a:lnTo>
                  <a:lnTo>
                    <a:pt x="28" y="75"/>
                  </a:lnTo>
                  <a:lnTo>
                    <a:pt x="29" y="75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1" y="74"/>
                  </a:lnTo>
                  <a:lnTo>
                    <a:pt x="32" y="74"/>
                  </a:lnTo>
                  <a:lnTo>
                    <a:pt x="32" y="73"/>
                  </a:lnTo>
                  <a:lnTo>
                    <a:pt x="33" y="73"/>
                  </a:lnTo>
                  <a:lnTo>
                    <a:pt x="33" y="72"/>
                  </a:lnTo>
                  <a:lnTo>
                    <a:pt x="34" y="72"/>
                  </a:lnTo>
                  <a:lnTo>
                    <a:pt x="35" y="71"/>
                  </a:lnTo>
                  <a:lnTo>
                    <a:pt x="36" y="70"/>
                  </a:lnTo>
                  <a:lnTo>
                    <a:pt x="36" y="69"/>
                  </a:lnTo>
                  <a:lnTo>
                    <a:pt x="37" y="69"/>
                  </a:lnTo>
                  <a:lnTo>
                    <a:pt x="37" y="68"/>
                  </a:lnTo>
                  <a:lnTo>
                    <a:pt x="38" y="68"/>
                  </a:lnTo>
                  <a:lnTo>
                    <a:pt x="38" y="67"/>
                  </a:lnTo>
                  <a:lnTo>
                    <a:pt x="38" y="66"/>
                  </a:lnTo>
                  <a:lnTo>
                    <a:pt x="39" y="66"/>
                  </a:lnTo>
                  <a:lnTo>
                    <a:pt x="39" y="75"/>
                  </a:lnTo>
                  <a:lnTo>
                    <a:pt x="40" y="75"/>
                  </a:lnTo>
                  <a:lnTo>
                    <a:pt x="49" y="75"/>
                  </a:lnTo>
                  <a:lnTo>
                    <a:pt x="56" y="75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2" y="71"/>
                  </a:lnTo>
                  <a:lnTo>
                    <a:pt x="51" y="70"/>
                  </a:lnTo>
                  <a:lnTo>
                    <a:pt x="50" y="70"/>
                  </a:lnTo>
                  <a:lnTo>
                    <a:pt x="50" y="69"/>
                  </a:lnTo>
                  <a:lnTo>
                    <a:pt x="49" y="6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298" name="Freeform 25"/>
            <p:cNvSpPr>
              <a:spLocks noEditPoints="1"/>
            </p:cNvSpPr>
            <p:nvPr userDrawn="1"/>
          </p:nvSpPr>
          <p:spPr bwMode="auto">
            <a:xfrm>
              <a:off x="-42" y="1385"/>
              <a:ext cx="449" cy="456"/>
            </a:xfrm>
            <a:custGeom>
              <a:avLst/>
              <a:gdLst>
                <a:gd name="T0" fmla="*/ 150 w 75"/>
                <a:gd name="T1" fmla="*/ 246 h 76"/>
                <a:gd name="T2" fmla="*/ 162 w 75"/>
                <a:gd name="T3" fmla="*/ 222 h 76"/>
                <a:gd name="T4" fmla="*/ 168 w 75"/>
                <a:gd name="T5" fmla="*/ 192 h 76"/>
                <a:gd name="T6" fmla="*/ 180 w 75"/>
                <a:gd name="T7" fmla="*/ 168 h 76"/>
                <a:gd name="T8" fmla="*/ 192 w 75"/>
                <a:gd name="T9" fmla="*/ 144 h 76"/>
                <a:gd name="T10" fmla="*/ 198 w 75"/>
                <a:gd name="T11" fmla="*/ 114 h 76"/>
                <a:gd name="T12" fmla="*/ 210 w 75"/>
                <a:gd name="T13" fmla="*/ 126 h 76"/>
                <a:gd name="T14" fmla="*/ 216 w 75"/>
                <a:gd name="T15" fmla="*/ 150 h 76"/>
                <a:gd name="T16" fmla="*/ 228 w 75"/>
                <a:gd name="T17" fmla="*/ 174 h 76"/>
                <a:gd name="T18" fmla="*/ 240 w 75"/>
                <a:gd name="T19" fmla="*/ 198 h 76"/>
                <a:gd name="T20" fmla="*/ 246 w 75"/>
                <a:gd name="T21" fmla="*/ 222 h 76"/>
                <a:gd name="T22" fmla="*/ 258 w 75"/>
                <a:gd name="T23" fmla="*/ 246 h 76"/>
                <a:gd name="T24" fmla="*/ 270 w 75"/>
                <a:gd name="T25" fmla="*/ 276 h 76"/>
                <a:gd name="T26" fmla="*/ 204 w 75"/>
                <a:gd name="T27" fmla="*/ 12 h 76"/>
                <a:gd name="T28" fmla="*/ 192 w 75"/>
                <a:gd name="T29" fmla="*/ 42 h 76"/>
                <a:gd name="T30" fmla="*/ 180 w 75"/>
                <a:gd name="T31" fmla="*/ 72 h 76"/>
                <a:gd name="T32" fmla="*/ 174 w 75"/>
                <a:gd name="T33" fmla="*/ 96 h 76"/>
                <a:gd name="T34" fmla="*/ 162 w 75"/>
                <a:gd name="T35" fmla="*/ 126 h 76"/>
                <a:gd name="T36" fmla="*/ 150 w 75"/>
                <a:gd name="T37" fmla="*/ 150 h 76"/>
                <a:gd name="T38" fmla="*/ 144 w 75"/>
                <a:gd name="T39" fmla="*/ 180 h 76"/>
                <a:gd name="T40" fmla="*/ 132 w 75"/>
                <a:gd name="T41" fmla="*/ 204 h 76"/>
                <a:gd name="T42" fmla="*/ 120 w 75"/>
                <a:gd name="T43" fmla="*/ 234 h 76"/>
                <a:gd name="T44" fmla="*/ 114 w 75"/>
                <a:gd name="T45" fmla="*/ 258 h 76"/>
                <a:gd name="T46" fmla="*/ 102 w 75"/>
                <a:gd name="T47" fmla="*/ 288 h 76"/>
                <a:gd name="T48" fmla="*/ 90 w 75"/>
                <a:gd name="T49" fmla="*/ 318 h 76"/>
                <a:gd name="T50" fmla="*/ 84 w 75"/>
                <a:gd name="T51" fmla="*/ 342 h 76"/>
                <a:gd name="T52" fmla="*/ 72 w 75"/>
                <a:gd name="T53" fmla="*/ 372 h 76"/>
                <a:gd name="T54" fmla="*/ 60 w 75"/>
                <a:gd name="T55" fmla="*/ 390 h 76"/>
                <a:gd name="T56" fmla="*/ 48 w 75"/>
                <a:gd name="T57" fmla="*/ 408 h 76"/>
                <a:gd name="T58" fmla="*/ 36 w 75"/>
                <a:gd name="T59" fmla="*/ 420 h 76"/>
                <a:gd name="T60" fmla="*/ 0 w 75"/>
                <a:gd name="T61" fmla="*/ 426 h 76"/>
                <a:gd name="T62" fmla="*/ 156 w 75"/>
                <a:gd name="T63" fmla="*/ 426 h 76"/>
                <a:gd name="T64" fmla="*/ 108 w 75"/>
                <a:gd name="T65" fmla="*/ 420 h 76"/>
                <a:gd name="T66" fmla="*/ 102 w 75"/>
                <a:gd name="T67" fmla="*/ 396 h 76"/>
                <a:gd name="T68" fmla="*/ 108 w 75"/>
                <a:gd name="T69" fmla="*/ 360 h 76"/>
                <a:gd name="T70" fmla="*/ 120 w 75"/>
                <a:gd name="T71" fmla="*/ 330 h 76"/>
                <a:gd name="T72" fmla="*/ 126 w 75"/>
                <a:gd name="T73" fmla="*/ 306 h 76"/>
                <a:gd name="T74" fmla="*/ 288 w 75"/>
                <a:gd name="T75" fmla="*/ 324 h 76"/>
                <a:gd name="T76" fmla="*/ 300 w 75"/>
                <a:gd name="T77" fmla="*/ 348 h 76"/>
                <a:gd name="T78" fmla="*/ 312 w 75"/>
                <a:gd name="T79" fmla="*/ 378 h 76"/>
                <a:gd name="T80" fmla="*/ 312 w 75"/>
                <a:gd name="T81" fmla="*/ 420 h 76"/>
                <a:gd name="T82" fmla="*/ 264 w 75"/>
                <a:gd name="T83" fmla="*/ 456 h 76"/>
                <a:gd name="T84" fmla="*/ 420 w 75"/>
                <a:gd name="T85" fmla="*/ 426 h 76"/>
                <a:gd name="T86" fmla="*/ 408 w 75"/>
                <a:gd name="T87" fmla="*/ 414 h 76"/>
                <a:gd name="T88" fmla="*/ 396 w 75"/>
                <a:gd name="T89" fmla="*/ 402 h 76"/>
                <a:gd name="T90" fmla="*/ 384 w 75"/>
                <a:gd name="T91" fmla="*/ 384 h 76"/>
                <a:gd name="T92" fmla="*/ 378 w 75"/>
                <a:gd name="T93" fmla="*/ 360 h 76"/>
                <a:gd name="T94" fmla="*/ 366 w 75"/>
                <a:gd name="T95" fmla="*/ 336 h 76"/>
                <a:gd name="T96" fmla="*/ 354 w 75"/>
                <a:gd name="T97" fmla="*/ 306 h 76"/>
                <a:gd name="T98" fmla="*/ 348 w 75"/>
                <a:gd name="T99" fmla="*/ 282 h 76"/>
                <a:gd name="T100" fmla="*/ 336 w 75"/>
                <a:gd name="T101" fmla="*/ 258 h 76"/>
                <a:gd name="T102" fmla="*/ 324 w 75"/>
                <a:gd name="T103" fmla="*/ 228 h 76"/>
                <a:gd name="T104" fmla="*/ 318 w 75"/>
                <a:gd name="T105" fmla="*/ 204 h 76"/>
                <a:gd name="T106" fmla="*/ 306 w 75"/>
                <a:gd name="T107" fmla="*/ 180 h 76"/>
                <a:gd name="T108" fmla="*/ 294 w 75"/>
                <a:gd name="T109" fmla="*/ 156 h 76"/>
                <a:gd name="T110" fmla="*/ 288 w 75"/>
                <a:gd name="T111" fmla="*/ 126 h 76"/>
                <a:gd name="T112" fmla="*/ 276 w 75"/>
                <a:gd name="T113" fmla="*/ 102 h 76"/>
                <a:gd name="T114" fmla="*/ 264 w 75"/>
                <a:gd name="T115" fmla="*/ 78 h 76"/>
                <a:gd name="T116" fmla="*/ 252 w 75"/>
                <a:gd name="T117" fmla="*/ 48 h 76"/>
                <a:gd name="T118" fmla="*/ 246 w 75"/>
                <a:gd name="T119" fmla="*/ 24 h 76"/>
                <a:gd name="T120" fmla="*/ 234 w 75"/>
                <a:gd name="T121" fmla="*/ 0 h 7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5" h="76">
                  <a:moveTo>
                    <a:pt x="24" y="45"/>
                  </a:moveTo>
                  <a:lnTo>
                    <a:pt x="24" y="44"/>
                  </a:lnTo>
                  <a:lnTo>
                    <a:pt x="24" y="43"/>
                  </a:lnTo>
                  <a:lnTo>
                    <a:pt x="25" y="42"/>
                  </a:lnTo>
                  <a:lnTo>
                    <a:pt x="25" y="41"/>
                  </a:lnTo>
                  <a:lnTo>
                    <a:pt x="25" y="40"/>
                  </a:lnTo>
                  <a:lnTo>
                    <a:pt x="26" y="39"/>
                  </a:lnTo>
                  <a:lnTo>
                    <a:pt x="26" y="38"/>
                  </a:lnTo>
                  <a:lnTo>
                    <a:pt x="27" y="37"/>
                  </a:lnTo>
                  <a:lnTo>
                    <a:pt x="27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8" y="33"/>
                  </a:lnTo>
                  <a:lnTo>
                    <a:pt x="28" y="32"/>
                  </a:lnTo>
                  <a:lnTo>
                    <a:pt x="29" y="32"/>
                  </a:lnTo>
                  <a:lnTo>
                    <a:pt x="29" y="31"/>
                  </a:lnTo>
                  <a:lnTo>
                    <a:pt x="29" y="30"/>
                  </a:lnTo>
                  <a:lnTo>
                    <a:pt x="30" y="29"/>
                  </a:lnTo>
                  <a:lnTo>
                    <a:pt x="30" y="28"/>
                  </a:lnTo>
                  <a:lnTo>
                    <a:pt x="30" y="27"/>
                  </a:lnTo>
                  <a:lnTo>
                    <a:pt x="31" y="26"/>
                  </a:lnTo>
                  <a:lnTo>
                    <a:pt x="31" y="25"/>
                  </a:lnTo>
                  <a:lnTo>
                    <a:pt x="32" y="24"/>
                  </a:lnTo>
                  <a:lnTo>
                    <a:pt x="32" y="23"/>
                  </a:lnTo>
                  <a:lnTo>
                    <a:pt x="32" y="22"/>
                  </a:lnTo>
                  <a:lnTo>
                    <a:pt x="33" y="21"/>
                  </a:lnTo>
                  <a:lnTo>
                    <a:pt x="33" y="20"/>
                  </a:lnTo>
                  <a:lnTo>
                    <a:pt x="33" y="19"/>
                  </a:lnTo>
                  <a:lnTo>
                    <a:pt x="33" y="18"/>
                  </a:lnTo>
                  <a:lnTo>
                    <a:pt x="34" y="18"/>
                  </a:lnTo>
                  <a:lnTo>
                    <a:pt x="34" y="19"/>
                  </a:lnTo>
                  <a:lnTo>
                    <a:pt x="34" y="20"/>
                  </a:lnTo>
                  <a:lnTo>
                    <a:pt x="35" y="21"/>
                  </a:lnTo>
                  <a:lnTo>
                    <a:pt x="35" y="22"/>
                  </a:lnTo>
                  <a:lnTo>
                    <a:pt x="36" y="23"/>
                  </a:lnTo>
                  <a:lnTo>
                    <a:pt x="36" y="24"/>
                  </a:lnTo>
                  <a:lnTo>
                    <a:pt x="36" y="25"/>
                  </a:lnTo>
                  <a:lnTo>
                    <a:pt x="37" y="26"/>
                  </a:lnTo>
                  <a:lnTo>
                    <a:pt x="37" y="27"/>
                  </a:lnTo>
                  <a:lnTo>
                    <a:pt x="38" y="28"/>
                  </a:lnTo>
                  <a:lnTo>
                    <a:pt x="38" y="29"/>
                  </a:lnTo>
                  <a:lnTo>
                    <a:pt x="38" y="30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40" y="33"/>
                  </a:lnTo>
                  <a:lnTo>
                    <a:pt x="40" y="34"/>
                  </a:lnTo>
                  <a:lnTo>
                    <a:pt x="40" y="35"/>
                  </a:lnTo>
                  <a:lnTo>
                    <a:pt x="41" y="36"/>
                  </a:lnTo>
                  <a:lnTo>
                    <a:pt x="41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3" y="41"/>
                  </a:lnTo>
                  <a:lnTo>
                    <a:pt x="43" y="42"/>
                  </a:lnTo>
                  <a:lnTo>
                    <a:pt x="44" y="43"/>
                  </a:lnTo>
                  <a:lnTo>
                    <a:pt x="44" y="44"/>
                  </a:lnTo>
                  <a:lnTo>
                    <a:pt x="44" y="45"/>
                  </a:lnTo>
                  <a:lnTo>
                    <a:pt x="45" y="46"/>
                  </a:lnTo>
                  <a:lnTo>
                    <a:pt x="23" y="46"/>
                  </a:lnTo>
                  <a:lnTo>
                    <a:pt x="24" y="45"/>
                  </a:lnTo>
                  <a:close/>
                  <a:moveTo>
                    <a:pt x="34" y="1"/>
                  </a:moveTo>
                  <a:lnTo>
                    <a:pt x="34" y="2"/>
                  </a:lnTo>
                  <a:lnTo>
                    <a:pt x="33" y="3"/>
                  </a:lnTo>
                  <a:lnTo>
                    <a:pt x="33" y="4"/>
                  </a:lnTo>
                  <a:lnTo>
                    <a:pt x="33" y="5"/>
                  </a:lnTo>
                  <a:lnTo>
                    <a:pt x="32" y="6"/>
                  </a:lnTo>
                  <a:lnTo>
                    <a:pt x="32" y="7"/>
                  </a:lnTo>
                  <a:lnTo>
                    <a:pt x="32" y="8"/>
                  </a:lnTo>
                  <a:lnTo>
                    <a:pt x="31" y="9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30" y="12"/>
                  </a:lnTo>
                  <a:lnTo>
                    <a:pt x="30" y="13"/>
                  </a:lnTo>
                  <a:lnTo>
                    <a:pt x="29" y="14"/>
                  </a:lnTo>
                  <a:lnTo>
                    <a:pt x="29" y="15"/>
                  </a:lnTo>
                  <a:lnTo>
                    <a:pt x="29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8" y="19"/>
                  </a:lnTo>
                  <a:lnTo>
                    <a:pt x="27" y="20"/>
                  </a:lnTo>
                  <a:lnTo>
                    <a:pt x="27" y="21"/>
                  </a:lnTo>
                  <a:lnTo>
                    <a:pt x="27" y="22"/>
                  </a:lnTo>
                  <a:lnTo>
                    <a:pt x="26" y="23"/>
                  </a:lnTo>
                  <a:lnTo>
                    <a:pt x="26" y="24"/>
                  </a:lnTo>
                  <a:lnTo>
                    <a:pt x="25" y="25"/>
                  </a:lnTo>
                  <a:lnTo>
                    <a:pt x="25" y="26"/>
                  </a:lnTo>
                  <a:lnTo>
                    <a:pt x="25" y="27"/>
                  </a:lnTo>
                  <a:lnTo>
                    <a:pt x="24" y="28"/>
                  </a:lnTo>
                  <a:lnTo>
                    <a:pt x="24" y="29"/>
                  </a:lnTo>
                  <a:lnTo>
                    <a:pt x="24" y="30"/>
                  </a:lnTo>
                  <a:lnTo>
                    <a:pt x="23" y="31"/>
                  </a:lnTo>
                  <a:lnTo>
                    <a:pt x="23" y="32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21" y="37"/>
                  </a:lnTo>
                  <a:lnTo>
                    <a:pt x="21" y="38"/>
                  </a:lnTo>
                  <a:lnTo>
                    <a:pt x="20" y="39"/>
                  </a:lnTo>
                  <a:lnTo>
                    <a:pt x="20" y="40"/>
                  </a:lnTo>
                  <a:lnTo>
                    <a:pt x="20" y="41"/>
                  </a:lnTo>
                  <a:lnTo>
                    <a:pt x="19" y="42"/>
                  </a:lnTo>
                  <a:lnTo>
                    <a:pt x="19" y="43"/>
                  </a:lnTo>
                  <a:lnTo>
                    <a:pt x="18" y="44"/>
                  </a:lnTo>
                  <a:lnTo>
                    <a:pt x="18" y="45"/>
                  </a:lnTo>
                  <a:lnTo>
                    <a:pt x="18" y="46"/>
                  </a:lnTo>
                  <a:lnTo>
                    <a:pt x="17" y="47"/>
                  </a:lnTo>
                  <a:lnTo>
                    <a:pt x="17" y="48"/>
                  </a:lnTo>
                  <a:lnTo>
                    <a:pt x="17" y="49"/>
                  </a:lnTo>
                  <a:lnTo>
                    <a:pt x="16" y="50"/>
                  </a:lnTo>
                  <a:lnTo>
                    <a:pt x="16" y="51"/>
                  </a:lnTo>
                  <a:lnTo>
                    <a:pt x="16" y="52"/>
                  </a:lnTo>
                  <a:lnTo>
                    <a:pt x="15" y="53"/>
                  </a:lnTo>
                  <a:lnTo>
                    <a:pt x="15" y="54"/>
                  </a:lnTo>
                  <a:lnTo>
                    <a:pt x="14" y="55"/>
                  </a:lnTo>
                  <a:lnTo>
                    <a:pt x="14" y="56"/>
                  </a:lnTo>
                  <a:lnTo>
                    <a:pt x="14" y="57"/>
                  </a:lnTo>
                  <a:lnTo>
                    <a:pt x="13" y="58"/>
                  </a:lnTo>
                  <a:lnTo>
                    <a:pt x="13" y="59"/>
                  </a:lnTo>
                  <a:lnTo>
                    <a:pt x="13" y="60"/>
                  </a:lnTo>
                  <a:lnTo>
                    <a:pt x="12" y="61"/>
                  </a:lnTo>
                  <a:lnTo>
                    <a:pt x="12" y="62"/>
                  </a:lnTo>
                  <a:lnTo>
                    <a:pt x="12" y="63"/>
                  </a:lnTo>
                  <a:lnTo>
                    <a:pt x="11" y="63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0" y="65"/>
                  </a:lnTo>
                  <a:lnTo>
                    <a:pt x="10" y="66"/>
                  </a:lnTo>
                  <a:lnTo>
                    <a:pt x="9" y="67"/>
                  </a:lnTo>
                  <a:lnTo>
                    <a:pt x="8" y="68"/>
                  </a:lnTo>
                  <a:lnTo>
                    <a:pt x="8" y="69"/>
                  </a:lnTo>
                  <a:lnTo>
                    <a:pt x="7" y="69"/>
                  </a:lnTo>
                  <a:lnTo>
                    <a:pt x="6" y="70"/>
                  </a:lnTo>
                  <a:lnTo>
                    <a:pt x="5" y="70"/>
                  </a:lnTo>
                  <a:lnTo>
                    <a:pt x="4" y="71"/>
                  </a:lnTo>
                  <a:lnTo>
                    <a:pt x="3" y="71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0" y="76"/>
                  </a:lnTo>
                  <a:lnTo>
                    <a:pt x="28" y="76"/>
                  </a:lnTo>
                  <a:lnTo>
                    <a:pt x="28" y="72"/>
                  </a:lnTo>
                  <a:lnTo>
                    <a:pt x="26" y="71"/>
                  </a:lnTo>
                  <a:lnTo>
                    <a:pt x="22" y="71"/>
                  </a:lnTo>
                  <a:lnTo>
                    <a:pt x="20" y="71"/>
                  </a:lnTo>
                  <a:lnTo>
                    <a:pt x="19" y="70"/>
                  </a:lnTo>
                  <a:lnTo>
                    <a:pt x="18" y="70"/>
                  </a:lnTo>
                  <a:lnTo>
                    <a:pt x="18" y="69"/>
                  </a:lnTo>
                  <a:lnTo>
                    <a:pt x="17" y="69"/>
                  </a:lnTo>
                  <a:lnTo>
                    <a:pt x="17" y="68"/>
                  </a:lnTo>
                  <a:lnTo>
                    <a:pt x="17" y="67"/>
                  </a:lnTo>
                  <a:lnTo>
                    <a:pt x="17" y="66"/>
                  </a:lnTo>
                  <a:lnTo>
                    <a:pt x="17" y="64"/>
                  </a:lnTo>
                  <a:lnTo>
                    <a:pt x="17" y="63"/>
                  </a:lnTo>
                  <a:lnTo>
                    <a:pt x="18" y="62"/>
                  </a:lnTo>
                  <a:lnTo>
                    <a:pt x="18" y="61"/>
                  </a:lnTo>
                  <a:lnTo>
                    <a:pt x="18" y="60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9" y="57"/>
                  </a:lnTo>
                  <a:lnTo>
                    <a:pt x="20" y="56"/>
                  </a:lnTo>
                  <a:lnTo>
                    <a:pt x="20" y="55"/>
                  </a:lnTo>
                  <a:lnTo>
                    <a:pt x="20" y="54"/>
                  </a:lnTo>
                  <a:lnTo>
                    <a:pt x="21" y="54"/>
                  </a:lnTo>
                  <a:lnTo>
                    <a:pt x="21" y="53"/>
                  </a:lnTo>
                  <a:lnTo>
                    <a:pt x="21" y="52"/>
                  </a:lnTo>
                  <a:lnTo>
                    <a:pt x="21" y="51"/>
                  </a:lnTo>
                  <a:lnTo>
                    <a:pt x="47" y="51"/>
                  </a:lnTo>
                  <a:lnTo>
                    <a:pt x="47" y="52"/>
                  </a:lnTo>
                  <a:lnTo>
                    <a:pt x="48" y="52"/>
                  </a:lnTo>
                  <a:lnTo>
                    <a:pt x="48" y="53"/>
                  </a:lnTo>
                  <a:lnTo>
                    <a:pt x="48" y="54"/>
                  </a:lnTo>
                  <a:lnTo>
                    <a:pt x="49" y="55"/>
                  </a:lnTo>
                  <a:lnTo>
                    <a:pt x="49" y="56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1" y="60"/>
                  </a:lnTo>
                  <a:lnTo>
                    <a:pt x="51" y="61"/>
                  </a:lnTo>
                  <a:lnTo>
                    <a:pt x="51" y="62"/>
                  </a:lnTo>
                  <a:lnTo>
                    <a:pt x="52" y="63"/>
                  </a:lnTo>
                  <a:lnTo>
                    <a:pt x="52" y="64"/>
                  </a:lnTo>
                  <a:lnTo>
                    <a:pt x="52" y="65"/>
                  </a:lnTo>
                  <a:lnTo>
                    <a:pt x="53" y="66"/>
                  </a:lnTo>
                  <a:lnTo>
                    <a:pt x="53" y="70"/>
                  </a:lnTo>
                  <a:lnTo>
                    <a:pt x="52" y="70"/>
                  </a:lnTo>
                  <a:lnTo>
                    <a:pt x="52" y="71"/>
                  </a:lnTo>
                  <a:lnTo>
                    <a:pt x="51" y="71"/>
                  </a:lnTo>
                  <a:lnTo>
                    <a:pt x="47" y="71"/>
                  </a:lnTo>
                  <a:lnTo>
                    <a:pt x="44" y="72"/>
                  </a:lnTo>
                  <a:lnTo>
                    <a:pt x="44" y="76"/>
                  </a:lnTo>
                  <a:lnTo>
                    <a:pt x="75" y="76"/>
                  </a:lnTo>
                  <a:lnTo>
                    <a:pt x="75" y="72"/>
                  </a:lnTo>
                  <a:lnTo>
                    <a:pt x="74" y="71"/>
                  </a:lnTo>
                  <a:lnTo>
                    <a:pt x="71" y="71"/>
                  </a:lnTo>
                  <a:lnTo>
                    <a:pt x="70" y="71"/>
                  </a:lnTo>
                  <a:lnTo>
                    <a:pt x="69" y="70"/>
                  </a:lnTo>
                  <a:lnTo>
                    <a:pt x="68" y="70"/>
                  </a:lnTo>
                  <a:lnTo>
                    <a:pt x="68" y="69"/>
                  </a:lnTo>
                  <a:lnTo>
                    <a:pt x="67" y="69"/>
                  </a:lnTo>
                  <a:lnTo>
                    <a:pt x="67" y="68"/>
                  </a:lnTo>
                  <a:lnTo>
                    <a:pt x="66" y="68"/>
                  </a:lnTo>
                  <a:lnTo>
                    <a:pt x="66" y="67"/>
                  </a:lnTo>
                  <a:lnTo>
                    <a:pt x="65" y="66"/>
                  </a:lnTo>
                  <a:lnTo>
                    <a:pt x="65" y="65"/>
                  </a:lnTo>
                  <a:lnTo>
                    <a:pt x="64" y="64"/>
                  </a:lnTo>
                  <a:lnTo>
                    <a:pt x="64" y="63"/>
                  </a:lnTo>
                  <a:lnTo>
                    <a:pt x="64" y="62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2" y="59"/>
                  </a:lnTo>
                  <a:lnTo>
                    <a:pt x="62" y="58"/>
                  </a:lnTo>
                  <a:lnTo>
                    <a:pt x="62" y="57"/>
                  </a:lnTo>
                  <a:lnTo>
                    <a:pt x="61" y="56"/>
                  </a:lnTo>
                  <a:lnTo>
                    <a:pt x="61" y="55"/>
                  </a:lnTo>
                  <a:lnTo>
                    <a:pt x="60" y="54"/>
                  </a:lnTo>
                  <a:lnTo>
                    <a:pt x="60" y="53"/>
                  </a:lnTo>
                  <a:lnTo>
                    <a:pt x="60" y="52"/>
                  </a:lnTo>
                  <a:lnTo>
                    <a:pt x="59" y="51"/>
                  </a:lnTo>
                  <a:lnTo>
                    <a:pt x="59" y="50"/>
                  </a:lnTo>
                  <a:lnTo>
                    <a:pt x="58" y="49"/>
                  </a:lnTo>
                  <a:lnTo>
                    <a:pt x="58" y="48"/>
                  </a:lnTo>
                  <a:lnTo>
                    <a:pt x="58" y="47"/>
                  </a:lnTo>
                  <a:lnTo>
                    <a:pt x="57" y="46"/>
                  </a:lnTo>
                  <a:lnTo>
                    <a:pt x="57" y="45"/>
                  </a:lnTo>
                  <a:lnTo>
                    <a:pt x="57" y="44"/>
                  </a:lnTo>
                  <a:lnTo>
                    <a:pt x="56" y="44"/>
                  </a:lnTo>
                  <a:lnTo>
                    <a:pt x="56" y="43"/>
                  </a:lnTo>
                  <a:lnTo>
                    <a:pt x="56" y="42"/>
                  </a:lnTo>
                  <a:lnTo>
                    <a:pt x="55" y="41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8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5"/>
                  </a:lnTo>
                  <a:lnTo>
                    <a:pt x="53" y="34"/>
                  </a:lnTo>
                  <a:lnTo>
                    <a:pt x="52" y="33"/>
                  </a:lnTo>
                  <a:lnTo>
                    <a:pt x="52" y="32"/>
                  </a:lnTo>
                  <a:lnTo>
                    <a:pt x="51" y="31"/>
                  </a:lnTo>
                  <a:lnTo>
                    <a:pt x="51" y="30"/>
                  </a:lnTo>
                  <a:lnTo>
                    <a:pt x="51" y="29"/>
                  </a:lnTo>
                  <a:lnTo>
                    <a:pt x="50" y="28"/>
                  </a:lnTo>
                  <a:lnTo>
                    <a:pt x="50" y="27"/>
                  </a:lnTo>
                  <a:lnTo>
                    <a:pt x="50" y="26"/>
                  </a:lnTo>
                  <a:lnTo>
                    <a:pt x="49" y="26"/>
                  </a:lnTo>
                  <a:lnTo>
                    <a:pt x="49" y="25"/>
                  </a:lnTo>
                  <a:lnTo>
                    <a:pt x="49" y="24"/>
                  </a:lnTo>
                  <a:lnTo>
                    <a:pt x="48" y="23"/>
                  </a:lnTo>
                  <a:lnTo>
                    <a:pt x="48" y="22"/>
                  </a:lnTo>
                  <a:lnTo>
                    <a:pt x="48" y="21"/>
                  </a:lnTo>
                  <a:lnTo>
                    <a:pt x="47" y="20"/>
                  </a:lnTo>
                  <a:lnTo>
                    <a:pt x="47" y="19"/>
                  </a:lnTo>
                  <a:lnTo>
                    <a:pt x="46" y="18"/>
                  </a:lnTo>
                  <a:lnTo>
                    <a:pt x="46" y="17"/>
                  </a:lnTo>
                  <a:lnTo>
                    <a:pt x="45" y="16"/>
                  </a:lnTo>
                  <a:lnTo>
                    <a:pt x="45" y="15"/>
                  </a:lnTo>
                  <a:lnTo>
                    <a:pt x="45" y="14"/>
                  </a:lnTo>
                  <a:lnTo>
                    <a:pt x="44" y="14"/>
                  </a:lnTo>
                  <a:lnTo>
                    <a:pt x="44" y="13"/>
                  </a:lnTo>
                  <a:lnTo>
                    <a:pt x="44" y="12"/>
                  </a:lnTo>
                  <a:lnTo>
                    <a:pt x="43" y="11"/>
                  </a:lnTo>
                  <a:lnTo>
                    <a:pt x="43" y="10"/>
                  </a:lnTo>
                  <a:lnTo>
                    <a:pt x="43" y="9"/>
                  </a:lnTo>
                  <a:lnTo>
                    <a:pt x="42" y="8"/>
                  </a:lnTo>
                  <a:lnTo>
                    <a:pt x="42" y="7"/>
                  </a:lnTo>
                  <a:lnTo>
                    <a:pt x="41" y="6"/>
                  </a:lnTo>
                  <a:lnTo>
                    <a:pt x="41" y="5"/>
                  </a:lnTo>
                  <a:lnTo>
                    <a:pt x="41" y="4"/>
                  </a:lnTo>
                  <a:lnTo>
                    <a:pt x="40" y="3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9" y="0"/>
                  </a:lnTo>
                  <a:lnTo>
                    <a:pt x="35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299" name="Freeform 26"/>
            <p:cNvSpPr>
              <a:spLocks/>
            </p:cNvSpPr>
            <p:nvPr userDrawn="1"/>
          </p:nvSpPr>
          <p:spPr bwMode="auto">
            <a:xfrm>
              <a:off x="4952" y="1523"/>
              <a:ext cx="349" cy="318"/>
            </a:xfrm>
            <a:custGeom>
              <a:avLst/>
              <a:gdLst>
                <a:gd name="T0" fmla="*/ 162 w 58"/>
                <a:gd name="T1" fmla="*/ 6 h 53"/>
                <a:gd name="T2" fmla="*/ 150 w 58"/>
                <a:gd name="T3" fmla="*/ 12 h 53"/>
                <a:gd name="T4" fmla="*/ 144 w 58"/>
                <a:gd name="T5" fmla="*/ 18 h 53"/>
                <a:gd name="T6" fmla="*/ 138 w 58"/>
                <a:gd name="T7" fmla="*/ 24 h 53"/>
                <a:gd name="T8" fmla="*/ 126 w 58"/>
                <a:gd name="T9" fmla="*/ 30 h 53"/>
                <a:gd name="T10" fmla="*/ 120 w 58"/>
                <a:gd name="T11" fmla="*/ 36 h 53"/>
                <a:gd name="T12" fmla="*/ 114 w 58"/>
                <a:gd name="T13" fmla="*/ 42 h 53"/>
                <a:gd name="T14" fmla="*/ 108 w 58"/>
                <a:gd name="T15" fmla="*/ 54 h 53"/>
                <a:gd name="T16" fmla="*/ 102 w 58"/>
                <a:gd name="T17" fmla="*/ 60 h 53"/>
                <a:gd name="T18" fmla="*/ 6 w 58"/>
                <a:gd name="T19" fmla="*/ 6 h 53"/>
                <a:gd name="T20" fmla="*/ 18 w 58"/>
                <a:gd name="T21" fmla="*/ 36 h 53"/>
                <a:gd name="T22" fmla="*/ 36 w 58"/>
                <a:gd name="T23" fmla="*/ 42 h 53"/>
                <a:gd name="T24" fmla="*/ 42 w 58"/>
                <a:gd name="T25" fmla="*/ 48 h 53"/>
                <a:gd name="T26" fmla="*/ 36 w 58"/>
                <a:gd name="T27" fmla="*/ 282 h 53"/>
                <a:gd name="T28" fmla="*/ 24 w 58"/>
                <a:gd name="T29" fmla="*/ 288 h 53"/>
                <a:gd name="T30" fmla="*/ 0 w 58"/>
                <a:gd name="T31" fmla="*/ 318 h 53"/>
                <a:gd name="T32" fmla="*/ 150 w 58"/>
                <a:gd name="T33" fmla="*/ 288 h 53"/>
                <a:gd name="T34" fmla="*/ 120 w 58"/>
                <a:gd name="T35" fmla="*/ 282 h 53"/>
                <a:gd name="T36" fmla="*/ 108 w 58"/>
                <a:gd name="T37" fmla="*/ 276 h 53"/>
                <a:gd name="T38" fmla="*/ 114 w 58"/>
                <a:gd name="T39" fmla="*/ 102 h 53"/>
                <a:gd name="T40" fmla="*/ 120 w 58"/>
                <a:gd name="T41" fmla="*/ 84 h 53"/>
                <a:gd name="T42" fmla="*/ 126 w 58"/>
                <a:gd name="T43" fmla="*/ 72 h 53"/>
                <a:gd name="T44" fmla="*/ 132 w 58"/>
                <a:gd name="T45" fmla="*/ 60 h 53"/>
                <a:gd name="T46" fmla="*/ 138 w 58"/>
                <a:gd name="T47" fmla="*/ 54 h 53"/>
                <a:gd name="T48" fmla="*/ 150 w 58"/>
                <a:gd name="T49" fmla="*/ 48 h 53"/>
                <a:gd name="T50" fmla="*/ 156 w 58"/>
                <a:gd name="T51" fmla="*/ 42 h 53"/>
                <a:gd name="T52" fmla="*/ 162 w 58"/>
                <a:gd name="T53" fmla="*/ 36 h 53"/>
                <a:gd name="T54" fmla="*/ 198 w 58"/>
                <a:gd name="T55" fmla="*/ 30 h 53"/>
                <a:gd name="T56" fmla="*/ 216 w 58"/>
                <a:gd name="T57" fmla="*/ 36 h 53"/>
                <a:gd name="T58" fmla="*/ 222 w 58"/>
                <a:gd name="T59" fmla="*/ 42 h 53"/>
                <a:gd name="T60" fmla="*/ 228 w 58"/>
                <a:gd name="T61" fmla="*/ 54 h 53"/>
                <a:gd name="T62" fmla="*/ 234 w 58"/>
                <a:gd name="T63" fmla="*/ 66 h 53"/>
                <a:gd name="T64" fmla="*/ 348 w 58"/>
                <a:gd name="T65" fmla="*/ 318 h 53"/>
                <a:gd name="T66" fmla="*/ 324 w 58"/>
                <a:gd name="T67" fmla="*/ 288 h 53"/>
                <a:gd name="T68" fmla="*/ 312 w 58"/>
                <a:gd name="T69" fmla="*/ 282 h 53"/>
                <a:gd name="T70" fmla="*/ 306 w 58"/>
                <a:gd name="T71" fmla="*/ 270 h 53"/>
                <a:gd name="T72" fmla="*/ 300 w 58"/>
                <a:gd name="T73" fmla="*/ 72 h 53"/>
                <a:gd name="T74" fmla="*/ 294 w 58"/>
                <a:gd name="T75" fmla="*/ 54 h 53"/>
                <a:gd name="T76" fmla="*/ 288 w 58"/>
                <a:gd name="T77" fmla="*/ 42 h 53"/>
                <a:gd name="T78" fmla="*/ 282 w 58"/>
                <a:gd name="T79" fmla="*/ 30 h 53"/>
                <a:gd name="T80" fmla="*/ 276 w 58"/>
                <a:gd name="T81" fmla="*/ 24 h 53"/>
                <a:gd name="T82" fmla="*/ 270 w 58"/>
                <a:gd name="T83" fmla="*/ 18 h 53"/>
                <a:gd name="T84" fmla="*/ 258 w 58"/>
                <a:gd name="T85" fmla="*/ 12 h 53"/>
                <a:gd name="T86" fmla="*/ 252 w 58"/>
                <a:gd name="T87" fmla="*/ 6 h 53"/>
                <a:gd name="T88" fmla="*/ 234 w 58"/>
                <a:gd name="T89" fmla="*/ 0 h 53"/>
                <a:gd name="T90" fmla="*/ 174 w 58"/>
                <a:gd name="T91" fmla="*/ 0 h 5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8" h="53">
                  <a:moveTo>
                    <a:pt x="29" y="0"/>
                  </a:moveTo>
                  <a:lnTo>
                    <a:pt x="28" y="1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4" y="3"/>
                  </a:lnTo>
                  <a:lnTo>
                    <a:pt x="23" y="3"/>
                  </a:lnTo>
                  <a:lnTo>
                    <a:pt x="23" y="4"/>
                  </a:lnTo>
                  <a:lnTo>
                    <a:pt x="22" y="4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8" y="8"/>
                  </a:lnTo>
                  <a:lnTo>
                    <a:pt x="18" y="9"/>
                  </a:lnTo>
                  <a:lnTo>
                    <a:pt x="17" y="10"/>
                  </a:lnTo>
                  <a:lnTo>
                    <a:pt x="17" y="1"/>
                  </a:lnTo>
                  <a:lnTo>
                    <a:pt x="10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6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7" y="46"/>
                  </a:lnTo>
                  <a:lnTo>
                    <a:pt x="6" y="47"/>
                  </a:lnTo>
                  <a:lnTo>
                    <a:pt x="5" y="48"/>
                  </a:lnTo>
                  <a:lnTo>
                    <a:pt x="4" y="48"/>
                  </a:lnTo>
                  <a:lnTo>
                    <a:pt x="1" y="48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7" y="53"/>
                  </a:lnTo>
                  <a:lnTo>
                    <a:pt x="27" y="49"/>
                  </a:lnTo>
                  <a:lnTo>
                    <a:pt x="25" y="48"/>
                  </a:lnTo>
                  <a:lnTo>
                    <a:pt x="22" y="48"/>
                  </a:lnTo>
                  <a:lnTo>
                    <a:pt x="20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8" y="20"/>
                  </a:lnTo>
                  <a:lnTo>
                    <a:pt x="19" y="18"/>
                  </a:lnTo>
                  <a:lnTo>
                    <a:pt x="19" y="17"/>
                  </a:lnTo>
                  <a:lnTo>
                    <a:pt x="19" y="16"/>
                  </a:lnTo>
                  <a:lnTo>
                    <a:pt x="20" y="15"/>
                  </a:lnTo>
                  <a:lnTo>
                    <a:pt x="20" y="14"/>
                  </a:lnTo>
                  <a:lnTo>
                    <a:pt x="20" y="13"/>
                  </a:lnTo>
                  <a:lnTo>
                    <a:pt x="21" y="12"/>
                  </a:lnTo>
                  <a:lnTo>
                    <a:pt x="22" y="11"/>
                  </a:lnTo>
                  <a:lnTo>
                    <a:pt x="22" y="10"/>
                  </a:lnTo>
                  <a:lnTo>
                    <a:pt x="23" y="10"/>
                  </a:lnTo>
                  <a:lnTo>
                    <a:pt x="23" y="9"/>
                  </a:lnTo>
                  <a:lnTo>
                    <a:pt x="24" y="9"/>
                  </a:lnTo>
                  <a:lnTo>
                    <a:pt x="24" y="8"/>
                  </a:lnTo>
                  <a:lnTo>
                    <a:pt x="25" y="8"/>
                  </a:lnTo>
                  <a:lnTo>
                    <a:pt x="25" y="7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7" y="6"/>
                  </a:lnTo>
                  <a:lnTo>
                    <a:pt x="28" y="5"/>
                  </a:lnTo>
                  <a:lnTo>
                    <a:pt x="29" y="5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6" y="6"/>
                  </a:lnTo>
                  <a:lnTo>
                    <a:pt x="37" y="7"/>
                  </a:lnTo>
                  <a:lnTo>
                    <a:pt x="37" y="8"/>
                  </a:lnTo>
                  <a:lnTo>
                    <a:pt x="38" y="8"/>
                  </a:lnTo>
                  <a:lnTo>
                    <a:pt x="38" y="9"/>
                  </a:lnTo>
                  <a:lnTo>
                    <a:pt x="39" y="10"/>
                  </a:lnTo>
                  <a:lnTo>
                    <a:pt x="39" y="11"/>
                  </a:lnTo>
                  <a:lnTo>
                    <a:pt x="39" y="12"/>
                  </a:lnTo>
                  <a:lnTo>
                    <a:pt x="40" y="53"/>
                  </a:lnTo>
                  <a:lnTo>
                    <a:pt x="58" y="53"/>
                  </a:lnTo>
                  <a:lnTo>
                    <a:pt x="58" y="49"/>
                  </a:lnTo>
                  <a:lnTo>
                    <a:pt x="56" y="48"/>
                  </a:lnTo>
                  <a:lnTo>
                    <a:pt x="54" y="48"/>
                  </a:lnTo>
                  <a:lnTo>
                    <a:pt x="53" y="48"/>
                  </a:lnTo>
                  <a:lnTo>
                    <a:pt x="52" y="47"/>
                  </a:lnTo>
                  <a:lnTo>
                    <a:pt x="51" y="47"/>
                  </a:lnTo>
                  <a:lnTo>
                    <a:pt x="51" y="46"/>
                  </a:lnTo>
                  <a:lnTo>
                    <a:pt x="51" y="45"/>
                  </a:lnTo>
                  <a:lnTo>
                    <a:pt x="50" y="16"/>
                  </a:lnTo>
                  <a:lnTo>
                    <a:pt x="50" y="14"/>
                  </a:lnTo>
                  <a:lnTo>
                    <a:pt x="50" y="12"/>
                  </a:lnTo>
                  <a:lnTo>
                    <a:pt x="49" y="11"/>
                  </a:lnTo>
                  <a:lnTo>
                    <a:pt x="49" y="10"/>
                  </a:lnTo>
                  <a:lnTo>
                    <a:pt x="49" y="9"/>
                  </a:lnTo>
                  <a:lnTo>
                    <a:pt x="48" y="8"/>
                  </a:lnTo>
                  <a:lnTo>
                    <a:pt x="48" y="7"/>
                  </a:lnTo>
                  <a:lnTo>
                    <a:pt x="47" y="6"/>
                  </a:lnTo>
                  <a:lnTo>
                    <a:pt x="47" y="5"/>
                  </a:lnTo>
                  <a:lnTo>
                    <a:pt x="46" y="5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2" y="2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9" y="0"/>
                  </a:lnTo>
                  <a:lnTo>
                    <a:pt x="37" y="0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0" name="Freeform 27"/>
            <p:cNvSpPr>
              <a:spLocks/>
            </p:cNvSpPr>
            <p:nvPr userDrawn="1"/>
          </p:nvSpPr>
          <p:spPr bwMode="auto">
            <a:xfrm>
              <a:off x="3509" y="1523"/>
              <a:ext cx="354" cy="318"/>
            </a:xfrm>
            <a:custGeom>
              <a:avLst/>
              <a:gdLst>
                <a:gd name="T0" fmla="*/ 168 w 59"/>
                <a:gd name="T1" fmla="*/ 6 h 53"/>
                <a:gd name="T2" fmla="*/ 156 w 59"/>
                <a:gd name="T3" fmla="*/ 12 h 53"/>
                <a:gd name="T4" fmla="*/ 150 w 59"/>
                <a:gd name="T5" fmla="*/ 18 h 53"/>
                <a:gd name="T6" fmla="*/ 138 w 59"/>
                <a:gd name="T7" fmla="*/ 24 h 53"/>
                <a:gd name="T8" fmla="*/ 132 w 59"/>
                <a:gd name="T9" fmla="*/ 30 h 53"/>
                <a:gd name="T10" fmla="*/ 126 w 59"/>
                <a:gd name="T11" fmla="*/ 36 h 53"/>
                <a:gd name="T12" fmla="*/ 120 w 59"/>
                <a:gd name="T13" fmla="*/ 42 h 53"/>
                <a:gd name="T14" fmla="*/ 114 w 59"/>
                <a:gd name="T15" fmla="*/ 54 h 53"/>
                <a:gd name="T16" fmla="*/ 108 w 59"/>
                <a:gd name="T17" fmla="*/ 6 h 53"/>
                <a:gd name="T18" fmla="*/ 0 w 59"/>
                <a:gd name="T19" fmla="*/ 6 h 53"/>
                <a:gd name="T20" fmla="*/ 36 w 59"/>
                <a:gd name="T21" fmla="*/ 36 h 53"/>
                <a:gd name="T22" fmla="*/ 48 w 59"/>
                <a:gd name="T23" fmla="*/ 42 h 53"/>
                <a:gd name="T24" fmla="*/ 48 w 59"/>
                <a:gd name="T25" fmla="*/ 270 h 53"/>
                <a:gd name="T26" fmla="*/ 42 w 59"/>
                <a:gd name="T27" fmla="*/ 282 h 53"/>
                <a:gd name="T28" fmla="*/ 30 w 59"/>
                <a:gd name="T29" fmla="*/ 288 h 53"/>
                <a:gd name="T30" fmla="*/ 0 w 59"/>
                <a:gd name="T31" fmla="*/ 318 h 53"/>
                <a:gd name="T32" fmla="*/ 156 w 59"/>
                <a:gd name="T33" fmla="*/ 288 h 53"/>
                <a:gd name="T34" fmla="*/ 126 w 59"/>
                <a:gd name="T35" fmla="*/ 282 h 53"/>
                <a:gd name="T36" fmla="*/ 120 w 59"/>
                <a:gd name="T37" fmla="*/ 276 h 53"/>
                <a:gd name="T38" fmla="*/ 120 w 59"/>
                <a:gd name="T39" fmla="*/ 114 h 53"/>
                <a:gd name="T40" fmla="*/ 126 w 59"/>
                <a:gd name="T41" fmla="*/ 90 h 53"/>
                <a:gd name="T42" fmla="*/ 132 w 59"/>
                <a:gd name="T43" fmla="*/ 78 h 53"/>
                <a:gd name="T44" fmla="*/ 138 w 59"/>
                <a:gd name="T45" fmla="*/ 66 h 53"/>
                <a:gd name="T46" fmla="*/ 144 w 59"/>
                <a:gd name="T47" fmla="*/ 54 h 53"/>
                <a:gd name="T48" fmla="*/ 150 w 59"/>
                <a:gd name="T49" fmla="*/ 48 h 53"/>
                <a:gd name="T50" fmla="*/ 156 w 59"/>
                <a:gd name="T51" fmla="*/ 42 h 53"/>
                <a:gd name="T52" fmla="*/ 162 w 59"/>
                <a:gd name="T53" fmla="*/ 36 h 53"/>
                <a:gd name="T54" fmla="*/ 174 w 59"/>
                <a:gd name="T55" fmla="*/ 30 h 53"/>
                <a:gd name="T56" fmla="*/ 210 w 59"/>
                <a:gd name="T57" fmla="*/ 30 h 53"/>
                <a:gd name="T58" fmla="*/ 222 w 59"/>
                <a:gd name="T59" fmla="*/ 36 h 53"/>
                <a:gd name="T60" fmla="*/ 228 w 59"/>
                <a:gd name="T61" fmla="*/ 42 h 53"/>
                <a:gd name="T62" fmla="*/ 234 w 59"/>
                <a:gd name="T63" fmla="*/ 54 h 53"/>
                <a:gd name="T64" fmla="*/ 240 w 59"/>
                <a:gd name="T65" fmla="*/ 72 h 53"/>
                <a:gd name="T66" fmla="*/ 354 w 59"/>
                <a:gd name="T67" fmla="*/ 318 h 53"/>
                <a:gd name="T68" fmla="*/ 330 w 59"/>
                <a:gd name="T69" fmla="*/ 288 h 53"/>
                <a:gd name="T70" fmla="*/ 318 w 59"/>
                <a:gd name="T71" fmla="*/ 282 h 53"/>
                <a:gd name="T72" fmla="*/ 312 w 59"/>
                <a:gd name="T73" fmla="*/ 114 h 53"/>
                <a:gd name="T74" fmla="*/ 306 w 59"/>
                <a:gd name="T75" fmla="*/ 66 h 53"/>
                <a:gd name="T76" fmla="*/ 300 w 59"/>
                <a:gd name="T77" fmla="*/ 54 h 53"/>
                <a:gd name="T78" fmla="*/ 294 w 59"/>
                <a:gd name="T79" fmla="*/ 42 h 53"/>
                <a:gd name="T80" fmla="*/ 288 w 59"/>
                <a:gd name="T81" fmla="*/ 30 h 53"/>
                <a:gd name="T82" fmla="*/ 282 w 59"/>
                <a:gd name="T83" fmla="*/ 24 h 53"/>
                <a:gd name="T84" fmla="*/ 270 w 59"/>
                <a:gd name="T85" fmla="*/ 18 h 53"/>
                <a:gd name="T86" fmla="*/ 264 w 59"/>
                <a:gd name="T87" fmla="*/ 12 h 53"/>
                <a:gd name="T88" fmla="*/ 252 w 59"/>
                <a:gd name="T89" fmla="*/ 6 h 53"/>
                <a:gd name="T90" fmla="*/ 228 w 59"/>
                <a:gd name="T91" fmla="*/ 0 h 5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9" h="53">
                  <a:moveTo>
                    <a:pt x="30" y="0"/>
                  </a:move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5" y="3"/>
                  </a:lnTo>
                  <a:lnTo>
                    <a:pt x="24" y="3"/>
                  </a:lnTo>
                  <a:lnTo>
                    <a:pt x="24" y="4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2" y="5"/>
                  </a:lnTo>
                  <a:lnTo>
                    <a:pt x="22" y="6"/>
                  </a:lnTo>
                  <a:lnTo>
                    <a:pt x="21" y="6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8"/>
                  </a:lnTo>
                  <a:lnTo>
                    <a:pt x="19" y="9"/>
                  </a:lnTo>
                  <a:lnTo>
                    <a:pt x="19" y="10"/>
                  </a:lnTo>
                  <a:lnTo>
                    <a:pt x="18" y="1"/>
                  </a:lnTo>
                  <a:lnTo>
                    <a:pt x="11" y="1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5"/>
                  </a:lnTo>
                  <a:lnTo>
                    <a:pt x="5" y="6"/>
                  </a:lnTo>
                  <a:lnTo>
                    <a:pt x="6" y="6"/>
                  </a:lnTo>
                  <a:lnTo>
                    <a:pt x="7" y="6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9"/>
                  </a:lnTo>
                  <a:lnTo>
                    <a:pt x="8" y="45"/>
                  </a:lnTo>
                  <a:lnTo>
                    <a:pt x="8" y="46"/>
                  </a:lnTo>
                  <a:lnTo>
                    <a:pt x="8" y="47"/>
                  </a:lnTo>
                  <a:lnTo>
                    <a:pt x="7" y="47"/>
                  </a:lnTo>
                  <a:lnTo>
                    <a:pt x="6" y="48"/>
                  </a:lnTo>
                  <a:lnTo>
                    <a:pt x="5" y="48"/>
                  </a:lnTo>
                  <a:lnTo>
                    <a:pt x="2" y="48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8" y="53"/>
                  </a:lnTo>
                  <a:lnTo>
                    <a:pt x="28" y="49"/>
                  </a:lnTo>
                  <a:lnTo>
                    <a:pt x="26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1" y="47"/>
                  </a:lnTo>
                  <a:lnTo>
                    <a:pt x="20" y="47"/>
                  </a:lnTo>
                  <a:lnTo>
                    <a:pt x="20" y="46"/>
                  </a:lnTo>
                  <a:lnTo>
                    <a:pt x="19" y="45"/>
                  </a:lnTo>
                  <a:lnTo>
                    <a:pt x="19" y="21"/>
                  </a:lnTo>
                  <a:lnTo>
                    <a:pt x="20" y="19"/>
                  </a:lnTo>
                  <a:lnTo>
                    <a:pt x="20" y="17"/>
                  </a:lnTo>
                  <a:lnTo>
                    <a:pt x="20" y="16"/>
                  </a:lnTo>
                  <a:lnTo>
                    <a:pt x="21" y="15"/>
                  </a:lnTo>
                  <a:lnTo>
                    <a:pt x="21" y="14"/>
                  </a:lnTo>
                  <a:lnTo>
                    <a:pt x="21" y="13"/>
                  </a:lnTo>
                  <a:lnTo>
                    <a:pt x="22" y="13"/>
                  </a:lnTo>
                  <a:lnTo>
                    <a:pt x="22" y="12"/>
                  </a:lnTo>
                  <a:lnTo>
                    <a:pt x="22" y="11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7"/>
                  </a:lnTo>
                  <a:lnTo>
                    <a:pt x="27" y="7"/>
                  </a:lnTo>
                  <a:lnTo>
                    <a:pt x="27" y="6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5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6"/>
                  </a:lnTo>
                  <a:lnTo>
                    <a:pt x="37" y="6"/>
                  </a:lnTo>
                  <a:lnTo>
                    <a:pt x="37" y="7"/>
                  </a:lnTo>
                  <a:lnTo>
                    <a:pt x="38" y="7"/>
                  </a:lnTo>
                  <a:lnTo>
                    <a:pt x="38" y="8"/>
                  </a:lnTo>
                  <a:lnTo>
                    <a:pt x="39" y="8"/>
                  </a:lnTo>
                  <a:lnTo>
                    <a:pt x="39" y="9"/>
                  </a:lnTo>
                  <a:lnTo>
                    <a:pt x="39" y="10"/>
                  </a:lnTo>
                  <a:lnTo>
                    <a:pt x="40" y="10"/>
                  </a:lnTo>
                  <a:lnTo>
                    <a:pt x="40" y="12"/>
                  </a:lnTo>
                  <a:lnTo>
                    <a:pt x="40" y="14"/>
                  </a:lnTo>
                  <a:lnTo>
                    <a:pt x="41" y="53"/>
                  </a:lnTo>
                  <a:lnTo>
                    <a:pt x="59" y="53"/>
                  </a:lnTo>
                  <a:lnTo>
                    <a:pt x="59" y="49"/>
                  </a:lnTo>
                  <a:lnTo>
                    <a:pt x="57" y="48"/>
                  </a:lnTo>
                  <a:lnTo>
                    <a:pt x="55" y="48"/>
                  </a:lnTo>
                  <a:lnTo>
                    <a:pt x="54" y="48"/>
                  </a:lnTo>
                  <a:lnTo>
                    <a:pt x="53" y="47"/>
                  </a:lnTo>
                  <a:lnTo>
                    <a:pt x="52" y="47"/>
                  </a:lnTo>
                  <a:lnTo>
                    <a:pt x="52" y="46"/>
                  </a:lnTo>
                  <a:lnTo>
                    <a:pt x="52" y="19"/>
                  </a:lnTo>
                  <a:lnTo>
                    <a:pt x="51" y="15"/>
                  </a:lnTo>
                  <a:lnTo>
                    <a:pt x="51" y="13"/>
                  </a:lnTo>
                  <a:lnTo>
                    <a:pt x="51" y="11"/>
                  </a:lnTo>
                  <a:lnTo>
                    <a:pt x="50" y="10"/>
                  </a:lnTo>
                  <a:lnTo>
                    <a:pt x="50" y="9"/>
                  </a:lnTo>
                  <a:lnTo>
                    <a:pt x="49" y="8"/>
                  </a:lnTo>
                  <a:lnTo>
                    <a:pt x="49" y="7"/>
                  </a:lnTo>
                  <a:lnTo>
                    <a:pt x="48" y="6"/>
                  </a:lnTo>
                  <a:lnTo>
                    <a:pt x="48" y="5"/>
                  </a:lnTo>
                  <a:lnTo>
                    <a:pt x="47" y="5"/>
                  </a:lnTo>
                  <a:lnTo>
                    <a:pt x="47" y="4"/>
                  </a:lnTo>
                  <a:lnTo>
                    <a:pt x="46" y="4"/>
                  </a:lnTo>
                  <a:lnTo>
                    <a:pt x="46" y="3"/>
                  </a:lnTo>
                  <a:lnTo>
                    <a:pt x="45" y="3"/>
                  </a:lnTo>
                  <a:lnTo>
                    <a:pt x="45" y="2"/>
                  </a:lnTo>
                  <a:lnTo>
                    <a:pt x="44" y="2"/>
                  </a:lnTo>
                  <a:lnTo>
                    <a:pt x="43" y="2"/>
                  </a:lnTo>
                  <a:lnTo>
                    <a:pt x="43" y="1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1" name="Freeform 28"/>
            <p:cNvSpPr>
              <a:spLocks/>
            </p:cNvSpPr>
            <p:nvPr userDrawn="1"/>
          </p:nvSpPr>
          <p:spPr bwMode="auto">
            <a:xfrm>
              <a:off x="2348" y="1523"/>
              <a:ext cx="354" cy="318"/>
            </a:xfrm>
            <a:custGeom>
              <a:avLst/>
              <a:gdLst>
                <a:gd name="T0" fmla="*/ 168 w 59"/>
                <a:gd name="T1" fmla="*/ 6 h 53"/>
                <a:gd name="T2" fmla="*/ 156 w 59"/>
                <a:gd name="T3" fmla="*/ 12 h 53"/>
                <a:gd name="T4" fmla="*/ 144 w 59"/>
                <a:gd name="T5" fmla="*/ 18 h 53"/>
                <a:gd name="T6" fmla="*/ 138 w 59"/>
                <a:gd name="T7" fmla="*/ 24 h 53"/>
                <a:gd name="T8" fmla="*/ 132 w 59"/>
                <a:gd name="T9" fmla="*/ 30 h 53"/>
                <a:gd name="T10" fmla="*/ 126 w 59"/>
                <a:gd name="T11" fmla="*/ 36 h 53"/>
                <a:gd name="T12" fmla="*/ 120 w 59"/>
                <a:gd name="T13" fmla="*/ 42 h 53"/>
                <a:gd name="T14" fmla="*/ 114 w 59"/>
                <a:gd name="T15" fmla="*/ 54 h 53"/>
                <a:gd name="T16" fmla="*/ 108 w 59"/>
                <a:gd name="T17" fmla="*/ 60 h 53"/>
                <a:gd name="T18" fmla="*/ 12 w 59"/>
                <a:gd name="T19" fmla="*/ 6 h 53"/>
                <a:gd name="T20" fmla="*/ 24 w 59"/>
                <a:gd name="T21" fmla="*/ 36 h 53"/>
                <a:gd name="T22" fmla="*/ 36 w 59"/>
                <a:gd name="T23" fmla="*/ 42 h 53"/>
                <a:gd name="T24" fmla="*/ 42 w 59"/>
                <a:gd name="T25" fmla="*/ 54 h 53"/>
                <a:gd name="T26" fmla="*/ 42 w 59"/>
                <a:gd name="T27" fmla="*/ 282 h 53"/>
                <a:gd name="T28" fmla="*/ 30 w 59"/>
                <a:gd name="T29" fmla="*/ 288 h 53"/>
                <a:gd name="T30" fmla="*/ 0 w 59"/>
                <a:gd name="T31" fmla="*/ 294 h 53"/>
                <a:gd name="T32" fmla="*/ 162 w 59"/>
                <a:gd name="T33" fmla="*/ 294 h 53"/>
                <a:gd name="T34" fmla="*/ 126 w 59"/>
                <a:gd name="T35" fmla="*/ 288 h 53"/>
                <a:gd name="T36" fmla="*/ 114 w 59"/>
                <a:gd name="T37" fmla="*/ 282 h 53"/>
                <a:gd name="T38" fmla="*/ 114 w 59"/>
                <a:gd name="T39" fmla="*/ 132 h 53"/>
                <a:gd name="T40" fmla="*/ 120 w 59"/>
                <a:gd name="T41" fmla="*/ 96 h 53"/>
                <a:gd name="T42" fmla="*/ 126 w 59"/>
                <a:gd name="T43" fmla="*/ 84 h 53"/>
                <a:gd name="T44" fmla="*/ 132 w 59"/>
                <a:gd name="T45" fmla="*/ 72 h 53"/>
                <a:gd name="T46" fmla="*/ 138 w 59"/>
                <a:gd name="T47" fmla="*/ 60 h 53"/>
                <a:gd name="T48" fmla="*/ 144 w 59"/>
                <a:gd name="T49" fmla="*/ 54 h 53"/>
                <a:gd name="T50" fmla="*/ 150 w 59"/>
                <a:gd name="T51" fmla="*/ 48 h 53"/>
                <a:gd name="T52" fmla="*/ 156 w 59"/>
                <a:gd name="T53" fmla="*/ 42 h 53"/>
                <a:gd name="T54" fmla="*/ 168 w 59"/>
                <a:gd name="T55" fmla="*/ 36 h 53"/>
                <a:gd name="T56" fmla="*/ 204 w 59"/>
                <a:gd name="T57" fmla="*/ 30 h 53"/>
                <a:gd name="T58" fmla="*/ 216 w 59"/>
                <a:gd name="T59" fmla="*/ 36 h 53"/>
                <a:gd name="T60" fmla="*/ 222 w 59"/>
                <a:gd name="T61" fmla="*/ 42 h 53"/>
                <a:gd name="T62" fmla="*/ 228 w 59"/>
                <a:gd name="T63" fmla="*/ 48 h 53"/>
                <a:gd name="T64" fmla="*/ 234 w 59"/>
                <a:gd name="T65" fmla="*/ 60 h 53"/>
                <a:gd name="T66" fmla="*/ 240 w 59"/>
                <a:gd name="T67" fmla="*/ 318 h 53"/>
                <a:gd name="T68" fmla="*/ 342 w 59"/>
                <a:gd name="T69" fmla="*/ 288 h 53"/>
                <a:gd name="T70" fmla="*/ 318 w 59"/>
                <a:gd name="T71" fmla="*/ 282 h 53"/>
                <a:gd name="T72" fmla="*/ 306 w 59"/>
                <a:gd name="T73" fmla="*/ 276 h 53"/>
                <a:gd name="T74" fmla="*/ 300 w 59"/>
                <a:gd name="T75" fmla="*/ 72 h 53"/>
                <a:gd name="T76" fmla="*/ 294 w 59"/>
                <a:gd name="T77" fmla="*/ 54 h 53"/>
                <a:gd name="T78" fmla="*/ 288 w 59"/>
                <a:gd name="T79" fmla="*/ 42 h 53"/>
                <a:gd name="T80" fmla="*/ 282 w 59"/>
                <a:gd name="T81" fmla="*/ 36 h 53"/>
                <a:gd name="T82" fmla="*/ 276 w 59"/>
                <a:gd name="T83" fmla="*/ 24 h 53"/>
                <a:gd name="T84" fmla="*/ 270 w 59"/>
                <a:gd name="T85" fmla="*/ 18 h 53"/>
                <a:gd name="T86" fmla="*/ 264 w 59"/>
                <a:gd name="T87" fmla="*/ 12 h 53"/>
                <a:gd name="T88" fmla="*/ 252 w 59"/>
                <a:gd name="T89" fmla="*/ 6 h 53"/>
                <a:gd name="T90" fmla="*/ 234 w 59"/>
                <a:gd name="T91" fmla="*/ 0 h 53"/>
                <a:gd name="T92" fmla="*/ 180 w 59"/>
                <a:gd name="T93" fmla="*/ 0 h 5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59" h="53">
                  <a:moveTo>
                    <a:pt x="30" y="0"/>
                  </a:moveTo>
                  <a:lnTo>
                    <a:pt x="28" y="1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4" y="3"/>
                  </a:lnTo>
                  <a:lnTo>
                    <a:pt x="23" y="4"/>
                  </a:lnTo>
                  <a:lnTo>
                    <a:pt x="22" y="4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8" y="10"/>
                  </a:lnTo>
                  <a:lnTo>
                    <a:pt x="18" y="1"/>
                  </a:lnTo>
                  <a:lnTo>
                    <a:pt x="10" y="1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5"/>
                  </a:lnTo>
                  <a:lnTo>
                    <a:pt x="4" y="6"/>
                  </a:lnTo>
                  <a:lnTo>
                    <a:pt x="5" y="6"/>
                  </a:lnTo>
                  <a:lnTo>
                    <a:pt x="6" y="6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45"/>
                  </a:lnTo>
                  <a:lnTo>
                    <a:pt x="7" y="46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5" y="48"/>
                  </a:lnTo>
                  <a:lnTo>
                    <a:pt x="4" y="48"/>
                  </a:lnTo>
                  <a:lnTo>
                    <a:pt x="2" y="48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7" y="53"/>
                  </a:lnTo>
                  <a:lnTo>
                    <a:pt x="27" y="49"/>
                  </a:lnTo>
                  <a:lnTo>
                    <a:pt x="25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9" y="46"/>
                  </a:lnTo>
                  <a:lnTo>
                    <a:pt x="19" y="45"/>
                  </a:lnTo>
                  <a:lnTo>
                    <a:pt x="19" y="22"/>
                  </a:lnTo>
                  <a:lnTo>
                    <a:pt x="19" y="19"/>
                  </a:lnTo>
                  <a:lnTo>
                    <a:pt x="19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4"/>
                  </a:lnTo>
                  <a:lnTo>
                    <a:pt x="21" y="14"/>
                  </a:lnTo>
                  <a:lnTo>
                    <a:pt x="21" y="13"/>
                  </a:lnTo>
                  <a:lnTo>
                    <a:pt x="21" y="12"/>
                  </a:lnTo>
                  <a:lnTo>
                    <a:pt x="22" y="12"/>
                  </a:lnTo>
                  <a:lnTo>
                    <a:pt x="22" y="11"/>
                  </a:lnTo>
                  <a:lnTo>
                    <a:pt x="23" y="10"/>
                  </a:lnTo>
                  <a:lnTo>
                    <a:pt x="23" y="9"/>
                  </a:lnTo>
                  <a:lnTo>
                    <a:pt x="24" y="9"/>
                  </a:lnTo>
                  <a:lnTo>
                    <a:pt x="24" y="8"/>
                  </a:lnTo>
                  <a:lnTo>
                    <a:pt x="25" y="8"/>
                  </a:lnTo>
                  <a:lnTo>
                    <a:pt x="25" y="7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7" y="6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5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5" y="6"/>
                  </a:lnTo>
                  <a:lnTo>
                    <a:pt x="36" y="6"/>
                  </a:lnTo>
                  <a:lnTo>
                    <a:pt x="37" y="7"/>
                  </a:lnTo>
                  <a:lnTo>
                    <a:pt x="38" y="8"/>
                  </a:lnTo>
                  <a:lnTo>
                    <a:pt x="38" y="9"/>
                  </a:lnTo>
                  <a:lnTo>
                    <a:pt x="39" y="9"/>
                  </a:lnTo>
                  <a:lnTo>
                    <a:pt x="39" y="10"/>
                  </a:lnTo>
                  <a:lnTo>
                    <a:pt x="39" y="11"/>
                  </a:lnTo>
                  <a:lnTo>
                    <a:pt x="40" y="13"/>
                  </a:lnTo>
                  <a:lnTo>
                    <a:pt x="40" y="53"/>
                  </a:lnTo>
                  <a:lnTo>
                    <a:pt x="59" y="53"/>
                  </a:lnTo>
                  <a:lnTo>
                    <a:pt x="59" y="49"/>
                  </a:lnTo>
                  <a:lnTo>
                    <a:pt x="57" y="48"/>
                  </a:lnTo>
                  <a:lnTo>
                    <a:pt x="54" y="48"/>
                  </a:lnTo>
                  <a:lnTo>
                    <a:pt x="53" y="48"/>
                  </a:lnTo>
                  <a:lnTo>
                    <a:pt x="53" y="47"/>
                  </a:lnTo>
                  <a:lnTo>
                    <a:pt x="52" y="47"/>
                  </a:lnTo>
                  <a:lnTo>
                    <a:pt x="51" y="46"/>
                  </a:lnTo>
                  <a:lnTo>
                    <a:pt x="51" y="17"/>
                  </a:lnTo>
                  <a:lnTo>
                    <a:pt x="50" y="14"/>
                  </a:lnTo>
                  <a:lnTo>
                    <a:pt x="50" y="12"/>
                  </a:lnTo>
                  <a:lnTo>
                    <a:pt x="50" y="11"/>
                  </a:lnTo>
                  <a:lnTo>
                    <a:pt x="49" y="10"/>
                  </a:lnTo>
                  <a:lnTo>
                    <a:pt x="49" y="9"/>
                  </a:lnTo>
                  <a:lnTo>
                    <a:pt x="49" y="8"/>
                  </a:lnTo>
                  <a:lnTo>
                    <a:pt x="48" y="8"/>
                  </a:lnTo>
                  <a:lnTo>
                    <a:pt x="48" y="7"/>
                  </a:lnTo>
                  <a:lnTo>
                    <a:pt x="47" y="6"/>
                  </a:lnTo>
                  <a:lnTo>
                    <a:pt x="47" y="5"/>
                  </a:lnTo>
                  <a:lnTo>
                    <a:pt x="46" y="5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4" y="2"/>
                  </a:lnTo>
                  <a:lnTo>
                    <a:pt x="43" y="2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2" name="Freeform 29"/>
            <p:cNvSpPr>
              <a:spLocks noEditPoints="1"/>
            </p:cNvSpPr>
            <p:nvPr userDrawn="1"/>
          </p:nvSpPr>
          <p:spPr bwMode="auto">
            <a:xfrm>
              <a:off x="1645" y="1523"/>
              <a:ext cx="325" cy="323"/>
            </a:xfrm>
            <a:custGeom>
              <a:avLst/>
              <a:gdLst>
                <a:gd name="T0" fmla="*/ 180 w 54"/>
                <a:gd name="T1" fmla="*/ 252 h 54"/>
                <a:gd name="T2" fmla="*/ 168 w 54"/>
                <a:gd name="T3" fmla="*/ 270 h 54"/>
                <a:gd name="T4" fmla="*/ 156 w 54"/>
                <a:gd name="T5" fmla="*/ 282 h 54"/>
                <a:gd name="T6" fmla="*/ 108 w 54"/>
                <a:gd name="T7" fmla="*/ 294 h 54"/>
                <a:gd name="T8" fmla="*/ 84 w 54"/>
                <a:gd name="T9" fmla="*/ 282 h 54"/>
                <a:gd name="T10" fmla="*/ 72 w 54"/>
                <a:gd name="T11" fmla="*/ 234 h 54"/>
                <a:gd name="T12" fmla="*/ 84 w 54"/>
                <a:gd name="T13" fmla="*/ 210 h 54"/>
                <a:gd name="T14" fmla="*/ 96 w 54"/>
                <a:gd name="T15" fmla="*/ 192 h 54"/>
                <a:gd name="T16" fmla="*/ 114 w 54"/>
                <a:gd name="T17" fmla="*/ 180 h 54"/>
                <a:gd name="T18" fmla="*/ 132 w 54"/>
                <a:gd name="T19" fmla="*/ 168 h 54"/>
                <a:gd name="T20" fmla="*/ 162 w 54"/>
                <a:gd name="T21" fmla="*/ 156 h 54"/>
                <a:gd name="T22" fmla="*/ 192 w 54"/>
                <a:gd name="T23" fmla="*/ 144 h 54"/>
                <a:gd name="T24" fmla="*/ 72 w 54"/>
                <a:gd name="T25" fmla="*/ 6 h 54"/>
                <a:gd name="T26" fmla="*/ 48 w 54"/>
                <a:gd name="T27" fmla="*/ 18 h 54"/>
                <a:gd name="T28" fmla="*/ 36 w 54"/>
                <a:gd name="T29" fmla="*/ 30 h 54"/>
                <a:gd name="T30" fmla="*/ 24 w 54"/>
                <a:gd name="T31" fmla="*/ 48 h 54"/>
                <a:gd name="T32" fmla="*/ 18 w 54"/>
                <a:gd name="T33" fmla="*/ 90 h 54"/>
                <a:gd name="T34" fmla="*/ 30 w 54"/>
                <a:gd name="T35" fmla="*/ 108 h 54"/>
                <a:gd name="T36" fmla="*/ 78 w 54"/>
                <a:gd name="T37" fmla="*/ 108 h 54"/>
                <a:gd name="T38" fmla="*/ 90 w 54"/>
                <a:gd name="T39" fmla="*/ 96 h 54"/>
                <a:gd name="T40" fmla="*/ 90 w 54"/>
                <a:gd name="T41" fmla="*/ 48 h 54"/>
                <a:gd name="T42" fmla="*/ 72 w 54"/>
                <a:gd name="T43" fmla="*/ 36 h 54"/>
                <a:gd name="T44" fmla="*/ 108 w 54"/>
                <a:gd name="T45" fmla="*/ 24 h 54"/>
                <a:gd name="T46" fmla="*/ 174 w 54"/>
                <a:gd name="T47" fmla="*/ 36 h 54"/>
                <a:gd name="T48" fmla="*/ 192 w 54"/>
                <a:gd name="T49" fmla="*/ 48 h 54"/>
                <a:gd name="T50" fmla="*/ 168 w 54"/>
                <a:gd name="T51" fmla="*/ 132 h 54"/>
                <a:gd name="T52" fmla="*/ 126 w 54"/>
                <a:gd name="T53" fmla="*/ 144 h 54"/>
                <a:gd name="T54" fmla="*/ 96 w 54"/>
                <a:gd name="T55" fmla="*/ 156 h 54"/>
                <a:gd name="T56" fmla="*/ 66 w 54"/>
                <a:gd name="T57" fmla="*/ 168 h 54"/>
                <a:gd name="T58" fmla="*/ 48 w 54"/>
                <a:gd name="T59" fmla="*/ 180 h 54"/>
                <a:gd name="T60" fmla="*/ 30 w 54"/>
                <a:gd name="T61" fmla="*/ 192 h 54"/>
                <a:gd name="T62" fmla="*/ 18 w 54"/>
                <a:gd name="T63" fmla="*/ 204 h 54"/>
                <a:gd name="T64" fmla="*/ 6 w 54"/>
                <a:gd name="T65" fmla="*/ 222 h 54"/>
                <a:gd name="T66" fmla="*/ 6 w 54"/>
                <a:gd name="T67" fmla="*/ 282 h 54"/>
                <a:gd name="T68" fmla="*/ 18 w 54"/>
                <a:gd name="T69" fmla="*/ 300 h 54"/>
                <a:gd name="T70" fmla="*/ 36 w 54"/>
                <a:gd name="T71" fmla="*/ 312 h 54"/>
                <a:gd name="T72" fmla="*/ 66 w 54"/>
                <a:gd name="T73" fmla="*/ 324 h 54"/>
                <a:gd name="T74" fmla="*/ 150 w 54"/>
                <a:gd name="T75" fmla="*/ 318 h 54"/>
                <a:gd name="T76" fmla="*/ 168 w 54"/>
                <a:gd name="T77" fmla="*/ 306 h 54"/>
                <a:gd name="T78" fmla="*/ 186 w 54"/>
                <a:gd name="T79" fmla="*/ 288 h 54"/>
                <a:gd name="T80" fmla="*/ 198 w 54"/>
                <a:gd name="T81" fmla="*/ 270 h 54"/>
                <a:gd name="T82" fmla="*/ 204 w 54"/>
                <a:gd name="T83" fmla="*/ 294 h 54"/>
                <a:gd name="T84" fmla="*/ 216 w 54"/>
                <a:gd name="T85" fmla="*/ 306 h 54"/>
                <a:gd name="T86" fmla="*/ 246 w 54"/>
                <a:gd name="T87" fmla="*/ 318 h 54"/>
                <a:gd name="T88" fmla="*/ 288 w 54"/>
                <a:gd name="T89" fmla="*/ 312 h 54"/>
                <a:gd name="T90" fmla="*/ 306 w 54"/>
                <a:gd name="T91" fmla="*/ 300 h 54"/>
                <a:gd name="T92" fmla="*/ 318 w 54"/>
                <a:gd name="T93" fmla="*/ 276 h 54"/>
                <a:gd name="T94" fmla="*/ 300 w 54"/>
                <a:gd name="T95" fmla="*/ 240 h 54"/>
                <a:gd name="T96" fmla="*/ 288 w 54"/>
                <a:gd name="T97" fmla="*/ 276 h 54"/>
                <a:gd name="T98" fmla="*/ 264 w 54"/>
                <a:gd name="T99" fmla="*/ 276 h 54"/>
                <a:gd name="T100" fmla="*/ 252 w 54"/>
                <a:gd name="T101" fmla="*/ 42 h 54"/>
                <a:gd name="T102" fmla="*/ 240 w 54"/>
                <a:gd name="T103" fmla="*/ 30 h 54"/>
                <a:gd name="T104" fmla="*/ 222 w 54"/>
                <a:gd name="T105" fmla="*/ 18 h 54"/>
                <a:gd name="T106" fmla="*/ 192 w 54"/>
                <a:gd name="T107" fmla="*/ 6 h 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4" h="54">
                  <a:moveTo>
                    <a:pt x="32" y="38"/>
                  </a:moveTo>
                  <a:lnTo>
                    <a:pt x="31" y="39"/>
                  </a:lnTo>
                  <a:lnTo>
                    <a:pt x="31" y="40"/>
                  </a:lnTo>
                  <a:lnTo>
                    <a:pt x="31" y="41"/>
                  </a:lnTo>
                  <a:lnTo>
                    <a:pt x="30" y="42"/>
                  </a:lnTo>
                  <a:lnTo>
                    <a:pt x="30" y="43"/>
                  </a:lnTo>
                  <a:lnTo>
                    <a:pt x="29" y="43"/>
                  </a:lnTo>
                  <a:lnTo>
                    <a:pt x="29" y="44"/>
                  </a:lnTo>
                  <a:lnTo>
                    <a:pt x="28" y="45"/>
                  </a:lnTo>
                  <a:lnTo>
                    <a:pt x="27" y="46"/>
                  </a:lnTo>
                  <a:lnTo>
                    <a:pt x="26" y="47"/>
                  </a:lnTo>
                  <a:lnTo>
                    <a:pt x="25" y="47"/>
                  </a:lnTo>
                  <a:lnTo>
                    <a:pt x="24" y="48"/>
                  </a:lnTo>
                  <a:lnTo>
                    <a:pt x="23" y="48"/>
                  </a:lnTo>
                  <a:lnTo>
                    <a:pt x="21" y="49"/>
                  </a:lnTo>
                  <a:lnTo>
                    <a:pt x="18" y="49"/>
                  </a:lnTo>
                  <a:lnTo>
                    <a:pt x="17" y="48"/>
                  </a:lnTo>
                  <a:lnTo>
                    <a:pt x="16" y="48"/>
                  </a:lnTo>
                  <a:lnTo>
                    <a:pt x="15" y="48"/>
                  </a:lnTo>
                  <a:lnTo>
                    <a:pt x="15" y="47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6"/>
                  </a:lnTo>
                  <a:lnTo>
                    <a:pt x="13" y="45"/>
                  </a:lnTo>
                  <a:lnTo>
                    <a:pt x="13" y="44"/>
                  </a:lnTo>
                  <a:lnTo>
                    <a:pt x="12" y="43"/>
                  </a:lnTo>
                  <a:lnTo>
                    <a:pt x="12" y="39"/>
                  </a:lnTo>
                  <a:lnTo>
                    <a:pt x="13" y="38"/>
                  </a:lnTo>
                  <a:lnTo>
                    <a:pt x="13" y="37"/>
                  </a:lnTo>
                  <a:lnTo>
                    <a:pt x="13" y="36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6" y="33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7" y="31"/>
                  </a:lnTo>
                  <a:lnTo>
                    <a:pt x="18" y="31"/>
                  </a:lnTo>
                  <a:lnTo>
                    <a:pt x="19" y="30"/>
                  </a:lnTo>
                  <a:lnTo>
                    <a:pt x="20" y="30"/>
                  </a:lnTo>
                  <a:lnTo>
                    <a:pt x="20" y="29"/>
                  </a:lnTo>
                  <a:lnTo>
                    <a:pt x="21" y="29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4" y="27"/>
                  </a:lnTo>
                  <a:lnTo>
                    <a:pt x="25" y="27"/>
                  </a:lnTo>
                  <a:lnTo>
                    <a:pt x="26" y="27"/>
                  </a:lnTo>
                  <a:lnTo>
                    <a:pt x="27" y="26"/>
                  </a:lnTo>
                  <a:lnTo>
                    <a:pt x="28" y="26"/>
                  </a:lnTo>
                  <a:lnTo>
                    <a:pt x="29" y="25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2" y="36"/>
                  </a:lnTo>
                  <a:lnTo>
                    <a:pt x="32" y="38"/>
                  </a:lnTo>
                  <a:close/>
                  <a:moveTo>
                    <a:pt x="16" y="0"/>
                  </a:moveTo>
                  <a:lnTo>
                    <a:pt x="14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6"/>
                  </a:lnTo>
                  <a:lnTo>
                    <a:pt x="5" y="7"/>
                  </a:lnTo>
                  <a:lnTo>
                    <a:pt x="4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7" y="19"/>
                  </a:lnTo>
                  <a:lnTo>
                    <a:pt x="11" y="19"/>
                  </a:lnTo>
                  <a:lnTo>
                    <a:pt x="12" y="18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4" y="16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4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5" y="8"/>
                  </a:lnTo>
                  <a:lnTo>
                    <a:pt x="14" y="8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4" y="4"/>
                  </a:lnTo>
                  <a:lnTo>
                    <a:pt x="26" y="5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9" y="6"/>
                  </a:lnTo>
                  <a:lnTo>
                    <a:pt x="30" y="6"/>
                  </a:lnTo>
                  <a:lnTo>
                    <a:pt x="30" y="7"/>
                  </a:lnTo>
                  <a:lnTo>
                    <a:pt x="31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2" y="9"/>
                  </a:lnTo>
                  <a:lnTo>
                    <a:pt x="32" y="21"/>
                  </a:lnTo>
                  <a:lnTo>
                    <a:pt x="31" y="21"/>
                  </a:lnTo>
                  <a:lnTo>
                    <a:pt x="30" y="21"/>
                  </a:lnTo>
                  <a:lnTo>
                    <a:pt x="29" y="21"/>
                  </a:lnTo>
                  <a:lnTo>
                    <a:pt x="28" y="22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5" y="23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21" y="24"/>
                  </a:lnTo>
                  <a:lnTo>
                    <a:pt x="20" y="24"/>
                  </a:lnTo>
                  <a:lnTo>
                    <a:pt x="19" y="24"/>
                  </a:lnTo>
                  <a:lnTo>
                    <a:pt x="18" y="25"/>
                  </a:lnTo>
                  <a:lnTo>
                    <a:pt x="17" y="25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4" y="26"/>
                  </a:lnTo>
                  <a:lnTo>
                    <a:pt x="13" y="27"/>
                  </a:lnTo>
                  <a:lnTo>
                    <a:pt x="12" y="27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8" y="30"/>
                  </a:lnTo>
                  <a:lnTo>
                    <a:pt x="7" y="30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3" y="33"/>
                  </a:lnTo>
                  <a:lnTo>
                    <a:pt x="3" y="34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4"/>
                  </a:lnTo>
                  <a:lnTo>
                    <a:pt x="0" y="45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2" y="48"/>
                  </a:lnTo>
                  <a:lnTo>
                    <a:pt x="2" y="49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0"/>
                  </a:lnTo>
                  <a:lnTo>
                    <a:pt x="4" y="51"/>
                  </a:lnTo>
                  <a:lnTo>
                    <a:pt x="5" y="51"/>
                  </a:lnTo>
                  <a:lnTo>
                    <a:pt x="6" y="52"/>
                  </a:lnTo>
                  <a:lnTo>
                    <a:pt x="7" y="52"/>
                  </a:lnTo>
                  <a:lnTo>
                    <a:pt x="8" y="53"/>
                  </a:lnTo>
                  <a:lnTo>
                    <a:pt x="9" y="53"/>
                  </a:lnTo>
                  <a:lnTo>
                    <a:pt x="10" y="53"/>
                  </a:lnTo>
                  <a:lnTo>
                    <a:pt x="11" y="54"/>
                  </a:lnTo>
                  <a:lnTo>
                    <a:pt x="14" y="54"/>
                  </a:lnTo>
                  <a:lnTo>
                    <a:pt x="17" y="54"/>
                  </a:lnTo>
                  <a:lnTo>
                    <a:pt x="21" y="54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2"/>
                  </a:lnTo>
                  <a:lnTo>
                    <a:pt x="27" y="52"/>
                  </a:lnTo>
                  <a:lnTo>
                    <a:pt x="27" y="51"/>
                  </a:lnTo>
                  <a:lnTo>
                    <a:pt x="28" y="51"/>
                  </a:lnTo>
                  <a:lnTo>
                    <a:pt x="29" y="50"/>
                  </a:lnTo>
                  <a:lnTo>
                    <a:pt x="30" y="50"/>
                  </a:lnTo>
                  <a:lnTo>
                    <a:pt x="30" y="49"/>
                  </a:lnTo>
                  <a:lnTo>
                    <a:pt x="31" y="48"/>
                  </a:lnTo>
                  <a:lnTo>
                    <a:pt x="32" y="47"/>
                  </a:lnTo>
                  <a:lnTo>
                    <a:pt x="32" y="46"/>
                  </a:lnTo>
                  <a:lnTo>
                    <a:pt x="33" y="45"/>
                  </a:lnTo>
                  <a:lnTo>
                    <a:pt x="33" y="44"/>
                  </a:lnTo>
                  <a:lnTo>
                    <a:pt x="33" y="45"/>
                  </a:lnTo>
                  <a:lnTo>
                    <a:pt x="34" y="46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6" y="51"/>
                  </a:lnTo>
                  <a:lnTo>
                    <a:pt x="37" y="52"/>
                  </a:lnTo>
                  <a:lnTo>
                    <a:pt x="38" y="53"/>
                  </a:lnTo>
                  <a:lnTo>
                    <a:pt x="39" y="53"/>
                  </a:lnTo>
                  <a:lnTo>
                    <a:pt x="41" y="53"/>
                  </a:lnTo>
                  <a:lnTo>
                    <a:pt x="43" y="53"/>
                  </a:lnTo>
                  <a:lnTo>
                    <a:pt x="45" y="53"/>
                  </a:lnTo>
                  <a:lnTo>
                    <a:pt x="47" y="53"/>
                  </a:lnTo>
                  <a:lnTo>
                    <a:pt x="47" y="52"/>
                  </a:lnTo>
                  <a:lnTo>
                    <a:pt x="48" y="52"/>
                  </a:lnTo>
                  <a:lnTo>
                    <a:pt x="49" y="51"/>
                  </a:lnTo>
                  <a:lnTo>
                    <a:pt x="50" y="51"/>
                  </a:lnTo>
                  <a:lnTo>
                    <a:pt x="50" y="50"/>
                  </a:lnTo>
                  <a:lnTo>
                    <a:pt x="51" y="50"/>
                  </a:lnTo>
                  <a:lnTo>
                    <a:pt x="51" y="49"/>
                  </a:lnTo>
                  <a:lnTo>
                    <a:pt x="52" y="48"/>
                  </a:lnTo>
                  <a:lnTo>
                    <a:pt x="52" y="47"/>
                  </a:lnTo>
                  <a:lnTo>
                    <a:pt x="53" y="46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4" y="41"/>
                  </a:lnTo>
                  <a:lnTo>
                    <a:pt x="54" y="40"/>
                  </a:lnTo>
                  <a:lnTo>
                    <a:pt x="50" y="40"/>
                  </a:lnTo>
                  <a:lnTo>
                    <a:pt x="50" y="43"/>
                  </a:lnTo>
                  <a:lnTo>
                    <a:pt x="49" y="44"/>
                  </a:lnTo>
                  <a:lnTo>
                    <a:pt x="49" y="45"/>
                  </a:lnTo>
                  <a:lnTo>
                    <a:pt x="48" y="46"/>
                  </a:lnTo>
                  <a:lnTo>
                    <a:pt x="48" y="47"/>
                  </a:lnTo>
                  <a:lnTo>
                    <a:pt x="47" y="47"/>
                  </a:lnTo>
                  <a:lnTo>
                    <a:pt x="45" y="47"/>
                  </a:lnTo>
                  <a:lnTo>
                    <a:pt x="44" y="47"/>
                  </a:lnTo>
                  <a:lnTo>
                    <a:pt x="44" y="46"/>
                  </a:lnTo>
                  <a:lnTo>
                    <a:pt x="43" y="44"/>
                  </a:lnTo>
                  <a:lnTo>
                    <a:pt x="43" y="13"/>
                  </a:lnTo>
                  <a:lnTo>
                    <a:pt x="43" y="11"/>
                  </a:lnTo>
                  <a:lnTo>
                    <a:pt x="42" y="9"/>
                  </a:lnTo>
                  <a:lnTo>
                    <a:pt x="42" y="8"/>
                  </a:lnTo>
                  <a:lnTo>
                    <a:pt x="42" y="7"/>
                  </a:lnTo>
                  <a:lnTo>
                    <a:pt x="41" y="7"/>
                  </a:lnTo>
                  <a:lnTo>
                    <a:pt x="41" y="6"/>
                  </a:lnTo>
                  <a:lnTo>
                    <a:pt x="40" y="5"/>
                  </a:lnTo>
                  <a:lnTo>
                    <a:pt x="39" y="4"/>
                  </a:lnTo>
                  <a:lnTo>
                    <a:pt x="38" y="3"/>
                  </a:lnTo>
                  <a:lnTo>
                    <a:pt x="37" y="3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3" name="Freeform 30"/>
            <p:cNvSpPr>
              <a:spLocks noEditPoints="1"/>
            </p:cNvSpPr>
            <p:nvPr userDrawn="1"/>
          </p:nvSpPr>
          <p:spPr bwMode="auto">
            <a:xfrm>
              <a:off x="770" y="1523"/>
              <a:ext cx="325" cy="323"/>
            </a:xfrm>
            <a:custGeom>
              <a:avLst/>
              <a:gdLst>
                <a:gd name="T0" fmla="*/ 180 w 54"/>
                <a:gd name="T1" fmla="*/ 252 h 54"/>
                <a:gd name="T2" fmla="*/ 168 w 54"/>
                <a:gd name="T3" fmla="*/ 270 h 54"/>
                <a:gd name="T4" fmla="*/ 156 w 54"/>
                <a:gd name="T5" fmla="*/ 282 h 54"/>
                <a:gd name="T6" fmla="*/ 108 w 54"/>
                <a:gd name="T7" fmla="*/ 294 h 54"/>
                <a:gd name="T8" fmla="*/ 84 w 54"/>
                <a:gd name="T9" fmla="*/ 282 h 54"/>
                <a:gd name="T10" fmla="*/ 72 w 54"/>
                <a:gd name="T11" fmla="*/ 234 h 54"/>
                <a:gd name="T12" fmla="*/ 84 w 54"/>
                <a:gd name="T13" fmla="*/ 210 h 54"/>
                <a:gd name="T14" fmla="*/ 96 w 54"/>
                <a:gd name="T15" fmla="*/ 192 h 54"/>
                <a:gd name="T16" fmla="*/ 114 w 54"/>
                <a:gd name="T17" fmla="*/ 180 h 54"/>
                <a:gd name="T18" fmla="*/ 132 w 54"/>
                <a:gd name="T19" fmla="*/ 168 h 54"/>
                <a:gd name="T20" fmla="*/ 162 w 54"/>
                <a:gd name="T21" fmla="*/ 156 h 54"/>
                <a:gd name="T22" fmla="*/ 192 w 54"/>
                <a:gd name="T23" fmla="*/ 144 h 54"/>
                <a:gd name="T24" fmla="*/ 72 w 54"/>
                <a:gd name="T25" fmla="*/ 6 h 54"/>
                <a:gd name="T26" fmla="*/ 48 w 54"/>
                <a:gd name="T27" fmla="*/ 18 h 54"/>
                <a:gd name="T28" fmla="*/ 36 w 54"/>
                <a:gd name="T29" fmla="*/ 30 h 54"/>
                <a:gd name="T30" fmla="*/ 24 w 54"/>
                <a:gd name="T31" fmla="*/ 48 h 54"/>
                <a:gd name="T32" fmla="*/ 18 w 54"/>
                <a:gd name="T33" fmla="*/ 90 h 54"/>
                <a:gd name="T34" fmla="*/ 30 w 54"/>
                <a:gd name="T35" fmla="*/ 102 h 54"/>
                <a:gd name="T36" fmla="*/ 72 w 54"/>
                <a:gd name="T37" fmla="*/ 108 h 54"/>
                <a:gd name="T38" fmla="*/ 90 w 54"/>
                <a:gd name="T39" fmla="*/ 96 h 54"/>
                <a:gd name="T40" fmla="*/ 90 w 54"/>
                <a:gd name="T41" fmla="*/ 54 h 54"/>
                <a:gd name="T42" fmla="*/ 78 w 54"/>
                <a:gd name="T43" fmla="*/ 42 h 54"/>
                <a:gd name="T44" fmla="*/ 96 w 54"/>
                <a:gd name="T45" fmla="*/ 30 h 54"/>
                <a:gd name="T46" fmla="*/ 174 w 54"/>
                <a:gd name="T47" fmla="*/ 36 h 54"/>
                <a:gd name="T48" fmla="*/ 186 w 54"/>
                <a:gd name="T49" fmla="*/ 48 h 54"/>
                <a:gd name="T50" fmla="*/ 174 w 54"/>
                <a:gd name="T51" fmla="*/ 126 h 54"/>
                <a:gd name="T52" fmla="*/ 138 w 54"/>
                <a:gd name="T53" fmla="*/ 138 h 54"/>
                <a:gd name="T54" fmla="*/ 102 w 54"/>
                <a:gd name="T55" fmla="*/ 150 h 54"/>
                <a:gd name="T56" fmla="*/ 72 w 54"/>
                <a:gd name="T57" fmla="*/ 162 h 54"/>
                <a:gd name="T58" fmla="*/ 48 w 54"/>
                <a:gd name="T59" fmla="*/ 174 h 54"/>
                <a:gd name="T60" fmla="*/ 30 w 54"/>
                <a:gd name="T61" fmla="*/ 186 h 54"/>
                <a:gd name="T62" fmla="*/ 18 w 54"/>
                <a:gd name="T63" fmla="*/ 198 h 54"/>
                <a:gd name="T64" fmla="*/ 6 w 54"/>
                <a:gd name="T65" fmla="*/ 216 h 54"/>
                <a:gd name="T66" fmla="*/ 0 w 54"/>
                <a:gd name="T67" fmla="*/ 270 h 54"/>
                <a:gd name="T68" fmla="*/ 12 w 54"/>
                <a:gd name="T69" fmla="*/ 294 h 54"/>
                <a:gd name="T70" fmla="*/ 24 w 54"/>
                <a:gd name="T71" fmla="*/ 306 h 54"/>
                <a:gd name="T72" fmla="*/ 48 w 54"/>
                <a:gd name="T73" fmla="*/ 318 h 54"/>
                <a:gd name="T74" fmla="*/ 126 w 54"/>
                <a:gd name="T75" fmla="*/ 324 h 54"/>
                <a:gd name="T76" fmla="*/ 162 w 54"/>
                <a:gd name="T77" fmla="*/ 312 h 54"/>
                <a:gd name="T78" fmla="*/ 180 w 54"/>
                <a:gd name="T79" fmla="*/ 300 h 54"/>
                <a:gd name="T80" fmla="*/ 192 w 54"/>
                <a:gd name="T81" fmla="*/ 282 h 54"/>
                <a:gd name="T82" fmla="*/ 204 w 54"/>
                <a:gd name="T83" fmla="*/ 276 h 54"/>
                <a:gd name="T84" fmla="*/ 216 w 54"/>
                <a:gd name="T85" fmla="*/ 306 h 54"/>
                <a:gd name="T86" fmla="*/ 228 w 54"/>
                <a:gd name="T87" fmla="*/ 318 h 54"/>
                <a:gd name="T88" fmla="*/ 282 w 54"/>
                <a:gd name="T89" fmla="*/ 312 h 54"/>
                <a:gd name="T90" fmla="*/ 300 w 54"/>
                <a:gd name="T91" fmla="*/ 300 h 54"/>
                <a:gd name="T92" fmla="*/ 312 w 54"/>
                <a:gd name="T93" fmla="*/ 288 h 54"/>
                <a:gd name="T94" fmla="*/ 324 w 54"/>
                <a:gd name="T95" fmla="*/ 240 h 54"/>
                <a:gd name="T96" fmla="*/ 294 w 54"/>
                <a:gd name="T97" fmla="*/ 276 h 54"/>
                <a:gd name="T98" fmla="*/ 264 w 54"/>
                <a:gd name="T99" fmla="*/ 282 h 54"/>
                <a:gd name="T100" fmla="*/ 252 w 54"/>
                <a:gd name="T101" fmla="*/ 54 h 54"/>
                <a:gd name="T102" fmla="*/ 240 w 54"/>
                <a:gd name="T103" fmla="*/ 30 h 54"/>
                <a:gd name="T104" fmla="*/ 228 w 54"/>
                <a:gd name="T105" fmla="*/ 18 h 54"/>
                <a:gd name="T106" fmla="*/ 204 w 54"/>
                <a:gd name="T107" fmla="*/ 6 h 54"/>
                <a:gd name="T108" fmla="*/ 96 w 54"/>
                <a:gd name="T109" fmla="*/ 0 h 5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4" h="54">
                  <a:moveTo>
                    <a:pt x="32" y="38"/>
                  </a:moveTo>
                  <a:lnTo>
                    <a:pt x="31" y="39"/>
                  </a:lnTo>
                  <a:lnTo>
                    <a:pt x="31" y="40"/>
                  </a:lnTo>
                  <a:lnTo>
                    <a:pt x="31" y="41"/>
                  </a:lnTo>
                  <a:lnTo>
                    <a:pt x="30" y="42"/>
                  </a:lnTo>
                  <a:lnTo>
                    <a:pt x="30" y="43"/>
                  </a:lnTo>
                  <a:lnTo>
                    <a:pt x="29" y="43"/>
                  </a:lnTo>
                  <a:lnTo>
                    <a:pt x="29" y="44"/>
                  </a:lnTo>
                  <a:lnTo>
                    <a:pt x="28" y="45"/>
                  </a:lnTo>
                  <a:lnTo>
                    <a:pt x="27" y="46"/>
                  </a:lnTo>
                  <a:lnTo>
                    <a:pt x="26" y="47"/>
                  </a:lnTo>
                  <a:lnTo>
                    <a:pt x="25" y="47"/>
                  </a:lnTo>
                  <a:lnTo>
                    <a:pt x="24" y="48"/>
                  </a:lnTo>
                  <a:lnTo>
                    <a:pt x="23" y="48"/>
                  </a:lnTo>
                  <a:lnTo>
                    <a:pt x="21" y="49"/>
                  </a:lnTo>
                  <a:lnTo>
                    <a:pt x="18" y="49"/>
                  </a:lnTo>
                  <a:lnTo>
                    <a:pt x="17" y="48"/>
                  </a:lnTo>
                  <a:lnTo>
                    <a:pt x="16" y="48"/>
                  </a:lnTo>
                  <a:lnTo>
                    <a:pt x="15" y="48"/>
                  </a:lnTo>
                  <a:lnTo>
                    <a:pt x="15" y="47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6"/>
                  </a:lnTo>
                  <a:lnTo>
                    <a:pt x="13" y="45"/>
                  </a:lnTo>
                  <a:lnTo>
                    <a:pt x="13" y="44"/>
                  </a:lnTo>
                  <a:lnTo>
                    <a:pt x="12" y="43"/>
                  </a:lnTo>
                  <a:lnTo>
                    <a:pt x="12" y="39"/>
                  </a:lnTo>
                  <a:lnTo>
                    <a:pt x="13" y="38"/>
                  </a:lnTo>
                  <a:lnTo>
                    <a:pt x="13" y="37"/>
                  </a:lnTo>
                  <a:lnTo>
                    <a:pt x="13" y="36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6" y="33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7" y="31"/>
                  </a:lnTo>
                  <a:lnTo>
                    <a:pt x="18" y="31"/>
                  </a:lnTo>
                  <a:lnTo>
                    <a:pt x="19" y="30"/>
                  </a:lnTo>
                  <a:lnTo>
                    <a:pt x="20" y="30"/>
                  </a:lnTo>
                  <a:lnTo>
                    <a:pt x="20" y="29"/>
                  </a:lnTo>
                  <a:lnTo>
                    <a:pt x="21" y="29"/>
                  </a:lnTo>
                  <a:lnTo>
                    <a:pt x="22" y="29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4" y="27"/>
                  </a:lnTo>
                  <a:lnTo>
                    <a:pt x="25" y="27"/>
                  </a:lnTo>
                  <a:lnTo>
                    <a:pt x="26" y="27"/>
                  </a:lnTo>
                  <a:lnTo>
                    <a:pt x="27" y="26"/>
                  </a:lnTo>
                  <a:lnTo>
                    <a:pt x="28" y="26"/>
                  </a:lnTo>
                  <a:lnTo>
                    <a:pt x="29" y="26"/>
                  </a:lnTo>
                  <a:lnTo>
                    <a:pt x="29" y="25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2" y="37"/>
                  </a:lnTo>
                  <a:lnTo>
                    <a:pt x="32" y="38"/>
                  </a:lnTo>
                  <a:close/>
                  <a:moveTo>
                    <a:pt x="16" y="0"/>
                  </a:moveTo>
                  <a:lnTo>
                    <a:pt x="14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7"/>
                  </a:lnTo>
                  <a:lnTo>
                    <a:pt x="4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11" y="19"/>
                  </a:lnTo>
                  <a:lnTo>
                    <a:pt x="12" y="18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4"/>
                  </a:lnTo>
                  <a:lnTo>
                    <a:pt x="16" y="10"/>
                  </a:lnTo>
                  <a:lnTo>
                    <a:pt x="15" y="9"/>
                  </a:lnTo>
                  <a:lnTo>
                    <a:pt x="15" y="8"/>
                  </a:lnTo>
                  <a:lnTo>
                    <a:pt x="14" y="8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4" y="4"/>
                  </a:lnTo>
                  <a:lnTo>
                    <a:pt x="26" y="5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9" y="6"/>
                  </a:lnTo>
                  <a:lnTo>
                    <a:pt x="30" y="6"/>
                  </a:lnTo>
                  <a:lnTo>
                    <a:pt x="30" y="7"/>
                  </a:lnTo>
                  <a:lnTo>
                    <a:pt x="31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2" y="9"/>
                  </a:lnTo>
                  <a:lnTo>
                    <a:pt x="32" y="21"/>
                  </a:lnTo>
                  <a:lnTo>
                    <a:pt x="31" y="21"/>
                  </a:lnTo>
                  <a:lnTo>
                    <a:pt x="30" y="21"/>
                  </a:lnTo>
                  <a:lnTo>
                    <a:pt x="29" y="21"/>
                  </a:lnTo>
                  <a:lnTo>
                    <a:pt x="28" y="22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5" y="23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4"/>
                  </a:lnTo>
                  <a:lnTo>
                    <a:pt x="19" y="24"/>
                  </a:lnTo>
                  <a:lnTo>
                    <a:pt x="18" y="25"/>
                  </a:lnTo>
                  <a:lnTo>
                    <a:pt x="17" y="25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4" y="26"/>
                  </a:lnTo>
                  <a:lnTo>
                    <a:pt x="13" y="27"/>
                  </a:lnTo>
                  <a:lnTo>
                    <a:pt x="12" y="27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8" y="30"/>
                  </a:lnTo>
                  <a:lnTo>
                    <a:pt x="7" y="30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3" y="33"/>
                  </a:lnTo>
                  <a:lnTo>
                    <a:pt x="3" y="34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4"/>
                  </a:lnTo>
                  <a:lnTo>
                    <a:pt x="0" y="45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2" y="48"/>
                  </a:lnTo>
                  <a:lnTo>
                    <a:pt x="2" y="49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0"/>
                  </a:lnTo>
                  <a:lnTo>
                    <a:pt x="4" y="51"/>
                  </a:lnTo>
                  <a:lnTo>
                    <a:pt x="5" y="51"/>
                  </a:lnTo>
                  <a:lnTo>
                    <a:pt x="6" y="52"/>
                  </a:lnTo>
                  <a:lnTo>
                    <a:pt x="7" y="52"/>
                  </a:lnTo>
                  <a:lnTo>
                    <a:pt x="8" y="53"/>
                  </a:lnTo>
                  <a:lnTo>
                    <a:pt x="9" y="53"/>
                  </a:lnTo>
                  <a:lnTo>
                    <a:pt x="10" y="53"/>
                  </a:lnTo>
                  <a:lnTo>
                    <a:pt x="11" y="54"/>
                  </a:lnTo>
                  <a:lnTo>
                    <a:pt x="14" y="54"/>
                  </a:lnTo>
                  <a:lnTo>
                    <a:pt x="17" y="54"/>
                  </a:lnTo>
                  <a:lnTo>
                    <a:pt x="21" y="54"/>
                  </a:lnTo>
                  <a:lnTo>
                    <a:pt x="23" y="53"/>
                  </a:lnTo>
                  <a:lnTo>
                    <a:pt x="24" y="53"/>
                  </a:lnTo>
                  <a:lnTo>
                    <a:pt x="25" y="53"/>
                  </a:lnTo>
                  <a:lnTo>
                    <a:pt x="26" y="52"/>
                  </a:lnTo>
                  <a:lnTo>
                    <a:pt x="27" y="52"/>
                  </a:lnTo>
                  <a:lnTo>
                    <a:pt x="27" y="51"/>
                  </a:lnTo>
                  <a:lnTo>
                    <a:pt x="28" y="51"/>
                  </a:lnTo>
                  <a:lnTo>
                    <a:pt x="29" y="50"/>
                  </a:lnTo>
                  <a:lnTo>
                    <a:pt x="30" y="50"/>
                  </a:lnTo>
                  <a:lnTo>
                    <a:pt x="30" y="49"/>
                  </a:lnTo>
                  <a:lnTo>
                    <a:pt x="31" y="48"/>
                  </a:lnTo>
                  <a:lnTo>
                    <a:pt x="32" y="47"/>
                  </a:lnTo>
                  <a:lnTo>
                    <a:pt x="32" y="46"/>
                  </a:lnTo>
                  <a:lnTo>
                    <a:pt x="33" y="45"/>
                  </a:lnTo>
                  <a:lnTo>
                    <a:pt x="34" y="46"/>
                  </a:lnTo>
                  <a:lnTo>
                    <a:pt x="34" y="47"/>
                  </a:lnTo>
                  <a:lnTo>
                    <a:pt x="34" y="48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6" y="51"/>
                  </a:lnTo>
                  <a:lnTo>
                    <a:pt x="37" y="52"/>
                  </a:lnTo>
                  <a:lnTo>
                    <a:pt x="38" y="52"/>
                  </a:lnTo>
                  <a:lnTo>
                    <a:pt x="38" y="53"/>
                  </a:lnTo>
                  <a:lnTo>
                    <a:pt x="39" y="53"/>
                  </a:lnTo>
                  <a:lnTo>
                    <a:pt x="41" y="53"/>
                  </a:lnTo>
                  <a:lnTo>
                    <a:pt x="44" y="53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7" y="52"/>
                  </a:lnTo>
                  <a:lnTo>
                    <a:pt x="48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50" y="51"/>
                  </a:lnTo>
                  <a:lnTo>
                    <a:pt x="50" y="50"/>
                  </a:lnTo>
                  <a:lnTo>
                    <a:pt x="51" y="50"/>
                  </a:lnTo>
                  <a:lnTo>
                    <a:pt x="51" y="49"/>
                  </a:lnTo>
                  <a:lnTo>
                    <a:pt x="52" y="48"/>
                  </a:lnTo>
                  <a:lnTo>
                    <a:pt x="52" y="47"/>
                  </a:lnTo>
                  <a:lnTo>
                    <a:pt x="53" y="46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4" y="42"/>
                  </a:lnTo>
                  <a:lnTo>
                    <a:pt x="54" y="40"/>
                  </a:lnTo>
                  <a:lnTo>
                    <a:pt x="50" y="40"/>
                  </a:lnTo>
                  <a:lnTo>
                    <a:pt x="50" y="41"/>
                  </a:lnTo>
                  <a:lnTo>
                    <a:pt x="50" y="43"/>
                  </a:lnTo>
                  <a:lnTo>
                    <a:pt x="49" y="44"/>
                  </a:lnTo>
                  <a:lnTo>
                    <a:pt x="49" y="45"/>
                  </a:lnTo>
                  <a:lnTo>
                    <a:pt x="49" y="46"/>
                  </a:lnTo>
                  <a:lnTo>
                    <a:pt x="48" y="46"/>
                  </a:lnTo>
                  <a:lnTo>
                    <a:pt x="48" y="47"/>
                  </a:lnTo>
                  <a:lnTo>
                    <a:pt x="47" y="47"/>
                  </a:lnTo>
                  <a:lnTo>
                    <a:pt x="45" y="47"/>
                  </a:lnTo>
                  <a:lnTo>
                    <a:pt x="44" y="47"/>
                  </a:lnTo>
                  <a:lnTo>
                    <a:pt x="44" y="46"/>
                  </a:lnTo>
                  <a:lnTo>
                    <a:pt x="43" y="44"/>
                  </a:lnTo>
                  <a:lnTo>
                    <a:pt x="43" y="12"/>
                  </a:lnTo>
                  <a:lnTo>
                    <a:pt x="43" y="10"/>
                  </a:lnTo>
                  <a:lnTo>
                    <a:pt x="42" y="9"/>
                  </a:lnTo>
                  <a:lnTo>
                    <a:pt x="42" y="8"/>
                  </a:lnTo>
                  <a:lnTo>
                    <a:pt x="42" y="7"/>
                  </a:lnTo>
                  <a:lnTo>
                    <a:pt x="41" y="7"/>
                  </a:lnTo>
                  <a:lnTo>
                    <a:pt x="41" y="6"/>
                  </a:lnTo>
                  <a:lnTo>
                    <a:pt x="40" y="5"/>
                  </a:lnTo>
                  <a:lnTo>
                    <a:pt x="39" y="4"/>
                  </a:lnTo>
                  <a:lnTo>
                    <a:pt x="38" y="3"/>
                  </a:lnTo>
                  <a:lnTo>
                    <a:pt x="37" y="3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4" name="Freeform 31"/>
            <p:cNvSpPr>
              <a:spLocks noEditPoints="1"/>
            </p:cNvSpPr>
            <p:nvPr userDrawn="1"/>
          </p:nvSpPr>
          <p:spPr bwMode="auto">
            <a:xfrm>
              <a:off x="3891" y="1523"/>
              <a:ext cx="320" cy="323"/>
            </a:xfrm>
            <a:custGeom>
              <a:avLst/>
              <a:gdLst>
                <a:gd name="T0" fmla="*/ 180 w 54"/>
                <a:gd name="T1" fmla="*/ 252 h 54"/>
                <a:gd name="T2" fmla="*/ 168 w 54"/>
                <a:gd name="T3" fmla="*/ 270 h 54"/>
                <a:gd name="T4" fmla="*/ 156 w 54"/>
                <a:gd name="T5" fmla="*/ 282 h 54"/>
                <a:gd name="T6" fmla="*/ 108 w 54"/>
                <a:gd name="T7" fmla="*/ 294 h 54"/>
                <a:gd name="T8" fmla="*/ 84 w 54"/>
                <a:gd name="T9" fmla="*/ 282 h 54"/>
                <a:gd name="T10" fmla="*/ 72 w 54"/>
                <a:gd name="T11" fmla="*/ 234 h 54"/>
                <a:gd name="T12" fmla="*/ 84 w 54"/>
                <a:gd name="T13" fmla="*/ 210 h 54"/>
                <a:gd name="T14" fmla="*/ 102 w 54"/>
                <a:gd name="T15" fmla="*/ 192 h 54"/>
                <a:gd name="T16" fmla="*/ 114 w 54"/>
                <a:gd name="T17" fmla="*/ 180 h 54"/>
                <a:gd name="T18" fmla="*/ 132 w 54"/>
                <a:gd name="T19" fmla="*/ 168 h 54"/>
                <a:gd name="T20" fmla="*/ 162 w 54"/>
                <a:gd name="T21" fmla="*/ 156 h 54"/>
                <a:gd name="T22" fmla="*/ 192 w 54"/>
                <a:gd name="T23" fmla="*/ 144 h 54"/>
                <a:gd name="T24" fmla="*/ 72 w 54"/>
                <a:gd name="T25" fmla="*/ 6 h 54"/>
                <a:gd name="T26" fmla="*/ 48 w 54"/>
                <a:gd name="T27" fmla="*/ 18 h 54"/>
                <a:gd name="T28" fmla="*/ 36 w 54"/>
                <a:gd name="T29" fmla="*/ 30 h 54"/>
                <a:gd name="T30" fmla="*/ 24 w 54"/>
                <a:gd name="T31" fmla="*/ 48 h 54"/>
                <a:gd name="T32" fmla="*/ 18 w 54"/>
                <a:gd name="T33" fmla="*/ 84 h 54"/>
                <a:gd name="T34" fmla="*/ 30 w 54"/>
                <a:gd name="T35" fmla="*/ 102 h 54"/>
                <a:gd name="T36" fmla="*/ 72 w 54"/>
                <a:gd name="T37" fmla="*/ 108 h 54"/>
                <a:gd name="T38" fmla="*/ 90 w 54"/>
                <a:gd name="T39" fmla="*/ 96 h 54"/>
                <a:gd name="T40" fmla="*/ 90 w 54"/>
                <a:gd name="T41" fmla="*/ 54 h 54"/>
                <a:gd name="T42" fmla="*/ 78 w 54"/>
                <a:gd name="T43" fmla="*/ 42 h 54"/>
                <a:gd name="T44" fmla="*/ 96 w 54"/>
                <a:gd name="T45" fmla="*/ 30 h 54"/>
                <a:gd name="T46" fmla="*/ 174 w 54"/>
                <a:gd name="T47" fmla="*/ 36 h 54"/>
                <a:gd name="T48" fmla="*/ 186 w 54"/>
                <a:gd name="T49" fmla="*/ 48 h 54"/>
                <a:gd name="T50" fmla="*/ 174 w 54"/>
                <a:gd name="T51" fmla="*/ 126 h 54"/>
                <a:gd name="T52" fmla="*/ 138 w 54"/>
                <a:gd name="T53" fmla="*/ 138 h 54"/>
                <a:gd name="T54" fmla="*/ 102 w 54"/>
                <a:gd name="T55" fmla="*/ 150 h 54"/>
                <a:gd name="T56" fmla="*/ 72 w 54"/>
                <a:gd name="T57" fmla="*/ 162 h 54"/>
                <a:gd name="T58" fmla="*/ 48 w 54"/>
                <a:gd name="T59" fmla="*/ 174 h 54"/>
                <a:gd name="T60" fmla="*/ 30 w 54"/>
                <a:gd name="T61" fmla="*/ 186 h 54"/>
                <a:gd name="T62" fmla="*/ 18 w 54"/>
                <a:gd name="T63" fmla="*/ 198 h 54"/>
                <a:gd name="T64" fmla="*/ 6 w 54"/>
                <a:gd name="T65" fmla="*/ 216 h 54"/>
                <a:gd name="T66" fmla="*/ 0 w 54"/>
                <a:gd name="T67" fmla="*/ 270 h 54"/>
                <a:gd name="T68" fmla="*/ 12 w 54"/>
                <a:gd name="T69" fmla="*/ 294 h 54"/>
                <a:gd name="T70" fmla="*/ 24 w 54"/>
                <a:gd name="T71" fmla="*/ 306 h 54"/>
                <a:gd name="T72" fmla="*/ 48 w 54"/>
                <a:gd name="T73" fmla="*/ 318 h 54"/>
                <a:gd name="T74" fmla="*/ 126 w 54"/>
                <a:gd name="T75" fmla="*/ 324 h 54"/>
                <a:gd name="T76" fmla="*/ 162 w 54"/>
                <a:gd name="T77" fmla="*/ 312 h 54"/>
                <a:gd name="T78" fmla="*/ 180 w 54"/>
                <a:gd name="T79" fmla="*/ 300 h 54"/>
                <a:gd name="T80" fmla="*/ 192 w 54"/>
                <a:gd name="T81" fmla="*/ 282 h 54"/>
                <a:gd name="T82" fmla="*/ 198 w 54"/>
                <a:gd name="T83" fmla="*/ 270 h 54"/>
                <a:gd name="T84" fmla="*/ 210 w 54"/>
                <a:gd name="T85" fmla="*/ 300 h 54"/>
                <a:gd name="T86" fmla="*/ 228 w 54"/>
                <a:gd name="T87" fmla="*/ 312 h 54"/>
                <a:gd name="T88" fmla="*/ 282 w 54"/>
                <a:gd name="T89" fmla="*/ 318 h 54"/>
                <a:gd name="T90" fmla="*/ 300 w 54"/>
                <a:gd name="T91" fmla="*/ 306 h 54"/>
                <a:gd name="T92" fmla="*/ 312 w 54"/>
                <a:gd name="T93" fmla="*/ 288 h 54"/>
                <a:gd name="T94" fmla="*/ 324 w 54"/>
                <a:gd name="T95" fmla="*/ 252 h 54"/>
                <a:gd name="T96" fmla="*/ 294 w 54"/>
                <a:gd name="T97" fmla="*/ 270 h 54"/>
                <a:gd name="T98" fmla="*/ 270 w 54"/>
                <a:gd name="T99" fmla="*/ 282 h 54"/>
                <a:gd name="T100" fmla="*/ 258 w 54"/>
                <a:gd name="T101" fmla="*/ 72 h 54"/>
                <a:gd name="T102" fmla="*/ 246 w 54"/>
                <a:gd name="T103" fmla="*/ 36 h 54"/>
                <a:gd name="T104" fmla="*/ 234 w 54"/>
                <a:gd name="T105" fmla="*/ 24 h 54"/>
                <a:gd name="T106" fmla="*/ 216 w 54"/>
                <a:gd name="T107" fmla="*/ 12 h 54"/>
                <a:gd name="T108" fmla="*/ 168 w 54"/>
                <a:gd name="T109" fmla="*/ 0 h 5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4" h="54">
                  <a:moveTo>
                    <a:pt x="32" y="38"/>
                  </a:moveTo>
                  <a:lnTo>
                    <a:pt x="31" y="39"/>
                  </a:lnTo>
                  <a:lnTo>
                    <a:pt x="31" y="40"/>
                  </a:lnTo>
                  <a:lnTo>
                    <a:pt x="31" y="41"/>
                  </a:lnTo>
                  <a:lnTo>
                    <a:pt x="30" y="42"/>
                  </a:lnTo>
                  <a:lnTo>
                    <a:pt x="30" y="43"/>
                  </a:lnTo>
                  <a:lnTo>
                    <a:pt x="29" y="43"/>
                  </a:lnTo>
                  <a:lnTo>
                    <a:pt x="29" y="44"/>
                  </a:lnTo>
                  <a:lnTo>
                    <a:pt x="28" y="45"/>
                  </a:lnTo>
                  <a:lnTo>
                    <a:pt x="27" y="46"/>
                  </a:lnTo>
                  <a:lnTo>
                    <a:pt x="26" y="47"/>
                  </a:lnTo>
                  <a:lnTo>
                    <a:pt x="25" y="47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3" y="48"/>
                  </a:lnTo>
                  <a:lnTo>
                    <a:pt x="21" y="49"/>
                  </a:lnTo>
                  <a:lnTo>
                    <a:pt x="18" y="49"/>
                  </a:lnTo>
                  <a:lnTo>
                    <a:pt x="17" y="48"/>
                  </a:lnTo>
                  <a:lnTo>
                    <a:pt x="16" y="48"/>
                  </a:lnTo>
                  <a:lnTo>
                    <a:pt x="15" y="47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6"/>
                  </a:lnTo>
                  <a:lnTo>
                    <a:pt x="13" y="45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39"/>
                  </a:lnTo>
                  <a:lnTo>
                    <a:pt x="13" y="38"/>
                  </a:lnTo>
                  <a:lnTo>
                    <a:pt x="13" y="37"/>
                  </a:lnTo>
                  <a:lnTo>
                    <a:pt x="13" y="36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5" y="34"/>
                  </a:lnTo>
                  <a:lnTo>
                    <a:pt x="16" y="33"/>
                  </a:lnTo>
                  <a:lnTo>
                    <a:pt x="17" y="32"/>
                  </a:lnTo>
                  <a:lnTo>
                    <a:pt x="18" y="31"/>
                  </a:lnTo>
                  <a:lnTo>
                    <a:pt x="19" y="31"/>
                  </a:lnTo>
                  <a:lnTo>
                    <a:pt x="19" y="30"/>
                  </a:lnTo>
                  <a:lnTo>
                    <a:pt x="20" y="30"/>
                  </a:lnTo>
                  <a:lnTo>
                    <a:pt x="21" y="29"/>
                  </a:lnTo>
                  <a:lnTo>
                    <a:pt x="22" y="29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4" y="27"/>
                  </a:lnTo>
                  <a:lnTo>
                    <a:pt x="25" y="27"/>
                  </a:lnTo>
                  <a:lnTo>
                    <a:pt x="26" y="27"/>
                  </a:lnTo>
                  <a:lnTo>
                    <a:pt x="27" y="26"/>
                  </a:lnTo>
                  <a:lnTo>
                    <a:pt x="28" y="26"/>
                  </a:lnTo>
                  <a:lnTo>
                    <a:pt x="29" y="26"/>
                  </a:lnTo>
                  <a:lnTo>
                    <a:pt x="30" y="25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2" y="37"/>
                  </a:lnTo>
                  <a:lnTo>
                    <a:pt x="32" y="38"/>
                  </a:lnTo>
                  <a:close/>
                  <a:moveTo>
                    <a:pt x="16" y="0"/>
                  </a:moveTo>
                  <a:lnTo>
                    <a:pt x="14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7"/>
                  </a:lnTo>
                  <a:lnTo>
                    <a:pt x="4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11" y="19"/>
                  </a:lnTo>
                  <a:lnTo>
                    <a:pt x="12" y="18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5" y="16"/>
                  </a:lnTo>
                  <a:lnTo>
                    <a:pt x="16" y="15"/>
                  </a:lnTo>
                  <a:lnTo>
                    <a:pt x="16" y="14"/>
                  </a:lnTo>
                  <a:lnTo>
                    <a:pt x="16" y="10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5" y="8"/>
                  </a:lnTo>
                  <a:lnTo>
                    <a:pt x="14" y="8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4" y="4"/>
                  </a:lnTo>
                  <a:lnTo>
                    <a:pt x="26" y="5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9" y="6"/>
                  </a:lnTo>
                  <a:lnTo>
                    <a:pt x="30" y="6"/>
                  </a:lnTo>
                  <a:lnTo>
                    <a:pt x="30" y="7"/>
                  </a:lnTo>
                  <a:lnTo>
                    <a:pt x="31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2" y="9"/>
                  </a:lnTo>
                  <a:lnTo>
                    <a:pt x="32" y="21"/>
                  </a:lnTo>
                  <a:lnTo>
                    <a:pt x="31" y="21"/>
                  </a:lnTo>
                  <a:lnTo>
                    <a:pt x="30" y="21"/>
                  </a:lnTo>
                  <a:lnTo>
                    <a:pt x="29" y="21"/>
                  </a:lnTo>
                  <a:lnTo>
                    <a:pt x="28" y="22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5" y="23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1" y="24"/>
                  </a:lnTo>
                  <a:lnTo>
                    <a:pt x="20" y="24"/>
                  </a:lnTo>
                  <a:lnTo>
                    <a:pt x="19" y="25"/>
                  </a:lnTo>
                  <a:lnTo>
                    <a:pt x="18" y="25"/>
                  </a:lnTo>
                  <a:lnTo>
                    <a:pt x="17" y="25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13" y="27"/>
                  </a:lnTo>
                  <a:lnTo>
                    <a:pt x="12" y="27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8" y="30"/>
                  </a:lnTo>
                  <a:lnTo>
                    <a:pt x="7" y="30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3" y="33"/>
                  </a:lnTo>
                  <a:lnTo>
                    <a:pt x="3" y="34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2" y="48"/>
                  </a:lnTo>
                  <a:lnTo>
                    <a:pt x="2" y="49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0"/>
                  </a:lnTo>
                  <a:lnTo>
                    <a:pt x="4" y="51"/>
                  </a:lnTo>
                  <a:lnTo>
                    <a:pt x="5" y="51"/>
                  </a:lnTo>
                  <a:lnTo>
                    <a:pt x="6" y="52"/>
                  </a:lnTo>
                  <a:lnTo>
                    <a:pt x="7" y="52"/>
                  </a:lnTo>
                  <a:lnTo>
                    <a:pt x="8" y="53"/>
                  </a:lnTo>
                  <a:lnTo>
                    <a:pt x="9" y="53"/>
                  </a:lnTo>
                  <a:lnTo>
                    <a:pt x="10" y="53"/>
                  </a:lnTo>
                  <a:lnTo>
                    <a:pt x="11" y="54"/>
                  </a:lnTo>
                  <a:lnTo>
                    <a:pt x="14" y="54"/>
                  </a:lnTo>
                  <a:lnTo>
                    <a:pt x="18" y="54"/>
                  </a:lnTo>
                  <a:lnTo>
                    <a:pt x="21" y="54"/>
                  </a:lnTo>
                  <a:lnTo>
                    <a:pt x="23" y="53"/>
                  </a:lnTo>
                  <a:lnTo>
                    <a:pt x="24" y="53"/>
                  </a:lnTo>
                  <a:lnTo>
                    <a:pt x="25" y="53"/>
                  </a:lnTo>
                  <a:lnTo>
                    <a:pt x="26" y="52"/>
                  </a:lnTo>
                  <a:lnTo>
                    <a:pt x="27" y="52"/>
                  </a:lnTo>
                  <a:lnTo>
                    <a:pt x="27" y="51"/>
                  </a:lnTo>
                  <a:lnTo>
                    <a:pt x="28" y="51"/>
                  </a:lnTo>
                  <a:lnTo>
                    <a:pt x="29" y="50"/>
                  </a:lnTo>
                  <a:lnTo>
                    <a:pt x="30" y="50"/>
                  </a:lnTo>
                  <a:lnTo>
                    <a:pt x="30" y="49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2" y="47"/>
                  </a:lnTo>
                  <a:lnTo>
                    <a:pt x="32" y="46"/>
                  </a:lnTo>
                  <a:lnTo>
                    <a:pt x="33" y="46"/>
                  </a:lnTo>
                  <a:lnTo>
                    <a:pt x="33" y="45"/>
                  </a:lnTo>
                  <a:lnTo>
                    <a:pt x="33" y="44"/>
                  </a:lnTo>
                  <a:lnTo>
                    <a:pt x="33" y="45"/>
                  </a:lnTo>
                  <a:lnTo>
                    <a:pt x="34" y="46"/>
                  </a:lnTo>
                  <a:lnTo>
                    <a:pt x="34" y="47"/>
                  </a:lnTo>
                  <a:lnTo>
                    <a:pt x="34" y="48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6" y="51"/>
                  </a:lnTo>
                  <a:lnTo>
                    <a:pt x="37" y="52"/>
                  </a:lnTo>
                  <a:lnTo>
                    <a:pt x="38" y="52"/>
                  </a:lnTo>
                  <a:lnTo>
                    <a:pt x="38" y="53"/>
                  </a:lnTo>
                  <a:lnTo>
                    <a:pt x="39" y="53"/>
                  </a:lnTo>
                  <a:lnTo>
                    <a:pt x="41" y="53"/>
                  </a:lnTo>
                  <a:lnTo>
                    <a:pt x="44" y="53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7" y="52"/>
                  </a:lnTo>
                  <a:lnTo>
                    <a:pt x="48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50" y="51"/>
                  </a:lnTo>
                  <a:lnTo>
                    <a:pt x="50" y="50"/>
                  </a:lnTo>
                  <a:lnTo>
                    <a:pt x="51" y="50"/>
                  </a:lnTo>
                  <a:lnTo>
                    <a:pt x="51" y="49"/>
                  </a:lnTo>
                  <a:lnTo>
                    <a:pt x="52" y="48"/>
                  </a:lnTo>
                  <a:lnTo>
                    <a:pt x="53" y="47"/>
                  </a:lnTo>
                  <a:lnTo>
                    <a:pt x="53" y="46"/>
                  </a:lnTo>
                  <a:lnTo>
                    <a:pt x="53" y="45"/>
                  </a:lnTo>
                  <a:lnTo>
                    <a:pt x="54" y="44"/>
                  </a:lnTo>
                  <a:lnTo>
                    <a:pt x="54" y="42"/>
                  </a:lnTo>
                  <a:lnTo>
                    <a:pt x="54" y="40"/>
                  </a:lnTo>
                  <a:lnTo>
                    <a:pt x="50" y="40"/>
                  </a:lnTo>
                  <a:lnTo>
                    <a:pt x="50" y="41"/>
                  </a:lnTo>
                  <a:lnTo>
                    <a:pt x="50" y="43"/>
                  </a:lnTo>
                  <a:lnTo>
                    <a:pt x="49" y="44"/>
                  </a:lnTo>
                  <a:lnTo>
                    <a:pt x="49" y="45"/>
                  </a:lnTo>
                  <a:lnTo>
                    <a:pt x="49" y="46"/>
                  </a:lnTo>
                  <a:lnTo>
                    <a:pt x="48" y="46"/>
                  </a:lnTo>
                  <a:lnTo>
                    <a:pt x="48" y="47"/>
                  </a:lnTo>
                  <a:lnTo>
                    <a:pt x="47" y="47"/>
                  </a:lnTo>
                  <a:lnTo>
                    <a:pt x="45" y="47"/>
                  </a:lnTo>
                  <a:lnTo>
                    <a:pt x="44" y="47"/>
                  </a:lnTo>
                  <a:lnTo>
                    <a:pt x="44" y="46"/>
                  </a:lnTo>
                  <a:lnTo>
                    <a:pt x="44" y="45"/>
                  </a:lnTo>
                  <a:lnTo>
                    <a:pt x="43" y="44"/>
                  </a:lnTo>
                  <a:lnTo>
                    <a:pt x="43" y="12"/>
                  </a:lnTo>
                  <a:lnTo>
                    <a:pt x="43" y="10"/>
                  </a:lnTo>
                  <a:lnTo>
                    <a:pt x="42" y="9"/>
                  </a:lnTo>
                  <a:lnTo>
                    <a:pt x="42" y="8"/>
                  </a:lnTo>
                  <a:lnTo>
                    <a:pt x="42" y="7"/>
                  </a:lnTo>
                  <a:lnTo>
                    <a:pt x="41" y="7"/>
                  </a:lnTo>
                  <a:lnTo>
                    <a:pt x="41" y="6"/>
                  </a:lnTo>
                  <a:lnTo>
                    <a:pt x="40" y="5"/>
                  </a:lnTo>
                  <a:lnTo>
                    <a:pt x="39" y="4"/>
                  </a:lnTo>
                  <a:lnTo>
                    <a:pt x="38" y="3"/>
                  </a:lnTo>
                  <a:lnTo>
                    <a:pt x="37" y="3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5" name="Freeform 32"/>
            <p:cNvSpPr>
              <a:spLocks noEditPoints="1"/>
            </p:cNvSpPr>
            <p:nvPr userDrawn="1"/>
          </p:nvSpPr>
          <p:spPr bwMode="auto">
            <a:xfrm>
              <a:off x="5311" y="1523"/>
              <a:ext cx="325" cy="323"/>
            </a:xfrm>
            <a:custGeom>
              <a:avLst/>
              <a:gdLst>
                <a:gd name="T0" fmla="*/ 180 w 54"/>
                <a:gd name="T1" fmla="*/ 252 h 54"/>
                <a:gd name="T2" fmla="*/ 168 w 54"/>
                <a:gd name="T3" fmla="*/ 270 h 54"/>
                <a:gd name="T4" fmla="*/ 150 w 54"/>
                <a:gd name="T5" fmla="*/ 282 h 54"/>
                <a:gd name="T6" fmla="*/ 108 w 54"/>
                <a:gd name="T7" fmla="*/ 294 h 54"/>
                <a:gd name="T8" fmla="*/ 84 w 54"/>
                <a:gd name="T9" fmla="*/ 276 h 54"/>
                <a:gd name="T10" fmla="*/ 72 w 54"/>
                <a:gd name="T11" fmla="*/ 240 h 54"/>
                <a:gd name="T12" fmla="*/ 84 w 54"/>
                <a:gd name="T13" fmla="*/ 210 h 54"/>
                <a:gd name="T14" fmla="*/ 96 w 54"/>
                <a:gd name="T15" fmla="*/ 192 h 54"/>
                <a:gd name="T16" fmla="*/ 114 w 54"/>
                <a:gd name="T17" fmla="*/ 180 h 54"/>
                <a:gd name="T18" fmla="*/ 132 w 54"/>
                <a:gd name="T19" fmla="*/ 168 h 54"/>
                <a:gd name="T20" fmla="*/ 156 w 54"/>
                <a:gd name="T21" fmla="*/ 156 h 54"/>
                <a:gd name="T22" fmla="*/ 192 w 54"/>
                <a:gd name="T23" fmla="*/ 144 h 54"/>
                <a:gd name="T24" fmla="*/ 72 w 54"/>
                <a:gd name="T25" fmla="*/ 6 h 54"/>
                <a:gd name="T26" fmla="*/ 48 w 54"/>
                <a:gd name="T27" fmla="*/ 18 h 54"/>
                <a:gd name="T28" fmla="*/ 36 w 54"/>
                <a:gd name="T29" fmla="*/ 30 h 54"/>
                <a:gd name="T30" fmla="*/ 24 w 54"/>
                <a:gd name="T31" fmla="*/ 48 h 54"/>
                <a:gd name="T32" fmla="*/ 24 w 54"/>
                <a:gd name="T33" fmla="*/ 96 h 54"/>
                <a:gd name="T34" fmla="*/ 36 w 54"/>
                <a:gd name="T35" fmla="*/ 108 h 54"/>
                <a:gd name="T36" fmla="*/ 78 w 54"/>
                <a:gd name="T37" fmla="*/ 108 h 54"/>
                <a:gd name="T38" fmla="*/ 90 w 54"/>
                <a:gd name="T39" fmla="*/ 90 h 54"/>
                <a:gd name="T40" fmla="*/ 84 w 54"/>
                <a:gd name="T41" fmla="*/ 48 h 54"/>
                <a:gd name="T42" fmla="*/ 78 w 54"/>
                <a:gd name="T43" fmla="*/ 36 h 54"/>
                <a:gd name="T44" fmla="*/ 144 w 54"/>
                <a:gd name="T45" fmla="*/ 24 h 54"/>
                <a:gd name="T46" fmla="*/ 180 w 54"/>
                <a:gd name="T47" fmla="*/ 36 h 54"/>
                <a:gd name="T48" fmla="*/ 192 w 54"/>
                <a:gd name="T49" fmla="*/ 54 h 54"/>
                <a:gd name="T50" fmla="*/ 162 w 54"/>
                <a:gd name="T51" fmla="*/ 132 h 54"/>
                <a:gd name="T52" fmla="*/ 120 w 54"/>
                <a:gd name="T53" fmla="*/ 144 h 54"/>
                <a:gd name="T54" fmla="*/ 90 w 54"/>
                <a:gd name="T55" fmla="*/ 156 h 54"/>
                <a:gd name="T56" fmla="*/ 66 w 54"/>
                <a:gd name="T57" fmla="*/ 168 h 54"/>
                <a:gd name="T58" fmla="*/ 42 w 54"/>
                <a:gd name="T59" fmla="*/ 180 h 54"/>
                <a:gd name="T60" fmla="*/ 30 w 54"/>
                <a:gd name="T61" fmla="*/ 192 h 54"/>
                <a:gd name="T62" fmla="*/ 18 w 54"/>
                <a:gd name="T63" fmla="*/ 204 h 54"/>
                <a:gd name="T64" fmla="*/ 6 w 54"/>
                <a:gd name="T65" fmla="*/ 222 h 54"/>
                <a:gd name="T66" fmla="*/ 6 w 54"/>
                <a:gd name="T67" fmla="*/ 282 h 54"/>
                <a:gd name="T68" fmla="*/ 18 w 54"/>
                <a:gd name="T69" fmla="*/ 294 h 54"/>
                <a:gd name="T70" fmla="*/ 30 w 54"/>
                <a:gd name="T71" fmla="*/ 306 h 54"/>
                <a:gd name="T72" fmla="*/ 60 w 54"/>
                <a:gd name="T73" fmla="*/ 318 h 54"/>
                <a:gd name="T74" fmla="*/ 138 w 54"/>
                <a:gd name="T75" fmla="*/ 318 h 54"/>
                <a:gd name="T76" fmla="*/ 168 w 54"/>
                <a:gd name="T77" fmla="*/ 306 h 54"/>
                <a:gd name="T78" fmla="*/ 180 w 54"/>
                <a:gd name="T79" fmla="*/ 294 h 54"/>
                <a:gd name="T80" fmla="*/ 192 w 54"/>
                <a:gd name="T81" fmla="*/ 276 h 54"/>
                <a:gd name="T82" fmla="*/ 204 w 54"/>
                <a:gd name="T83" fmla="*/ 288 h 54"/>
                <a:gd name="T84" fmla="*/ 216 w 54"/>
                <a:gd name="T85" fmla="*/ 306 h 54"/>
                <a:gd name="T86" fmla="*/ 246 w 54"/>
                <a:gd name="T87" fmla="*/ 318 h 54"/>
                <a:gd name="T88" fmla="*/ 294 w 54"/>
                <a:gd name="T89" fmla="*/ 312 h 54"/>
                <a:gd name="T90" fmla="*/ 306 w 54"/>
                <a:gd name="T91" fmla="*/ 300 h 54"/>
                <a:gd name="T92" fmla="*/ 318 w 54"/>
                <a:gd name="T93" fmla="*/ 276 h 54"/>
                <a:gd name="T94" fmla="*/ 300 w 54"/>
                <a:gd name="T95" fmla="*/ 246 h 54"/>
                <a:gd name="T96" fmla="*/ 288 w 54"/>
                <a:gd name="T97" fmla="*/ 276 h 54"/>
                <a:gd name="T98" fmla="*/ 264 w 54"/>
                <a:gd name="T99" fmla="*/ 276 h 54"/>
                <a:gd name="T100" fmla="*/ 252 w 54"/>
                <a:gd name="T101" fmla="*/ 48 h 54"/>
                <a:gd name="T102" fmla="*/ 240 w 54"/>
                <a:gd name="T103" fmla="*/ 30 h 54"/>
                <a:gd name="T104" fmla="*/ 228 w 54"/>
                <a:gd name="T105" fmla="*/ 18 h 54"/>
                <a:gd name="T106" fmla="*/ 198 w 54"/>
                <a:gd name="T107" fmla="*/ 6 h 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4" h="54">
                  <a:moveTo>
                    <a:pt x="31" y="38"/>
                  </a:moveTo>
                  <a:lnTo>
                    <a:pt x="31" y="39"/>
                  </a:lnTo>
                  <a:lnTo>
                    <a:pt x="31" y="40"/>
                  </a:lnTo>
                  <a:lnTo>
                    <a:pt x="30" y="41"/>
                  </a:lnTo>
                  <a:lnTo>
                    <a:pt x="30" y="42"/>
                  </a:lnTo>
                  <a:lnTo>
                    <a:pt x="29" y="43"/>
                  </a:lnTo>
                  <a:lnTo>
                    <a:pt x="29" y="44"/>
                  </a:lnTo>
                  <a:lnTo>
                    <a:pt x="28" y="44"/>
                  </a:lnTo>
                  <a:lnTo>
                    <a:pt x="28" y="45"/>
                  </a:lnTo>
                  <a:lnTo>
                    <a:pt x="27" y="45"/>
                  </a:lnTo>
                  <a:lnTo>
                    <a:pt x="27" y="46"/>
                  </a:lnTo>
                  <a:lnTo>
                    <a:pt x="26" y="46"/>
                  </a:lnTo>
                  <a:lnTo>
                    <a:pt x="26" y="47"/>
                  </a:lnTo>
                  <a:lnTo>
                    <a:pt x="25" y="47"/>
                  </a:lnTo>
                  <a:lnTo>
                    <a:pt x="24" y="48"/>
                  </a:lnTo>
                  <a:lnTo>
                    <a:pt x="23" y="48"/>
                  </a:lnTo>
                  <a:lnTo>
                    <a:pt x="21" y="49"/>
                  </a:lnTo>
                  <a:lnTo>
                    <a:pt x="18" y="49"/>
                  </a:lnTo>
                  <a:lnTo>
                    <a:pt x="17" y="48"/>
                  </a:lnTo>
                  <a:lnTo>
                    <a:pt x="16" y="48"/>
                  </a:lnTo>
                  <a:lnTo>
                    <a:pt x="15" y="48"/>
                  </a:lnTo>
                  <a:lnTo>
                    <a:pt x="15" y="47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5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0"/>
                  </a:lnTo>
                  <a:lnTo>
                    <a:pt x="13" y="38"/>
                  </a:lnTo>
                  <a:lnTo>
                    <a:pt x="13" y="37"/>
                  </a:lnTo>
                  <a:lnTo>
                    <a:pt x="13" y="36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6" y="33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7" y="31"/>
                  </a:lnTo>
                  <a:lnTo>
                    <a:pt x="18" y="31"/>
                  </a:lnTo>
                  <a:lnTo>
                    <a:pt x="19" y="30"/>
                  </a:lnTo>
                  <a:lnTo>
                    <a:pt x="20" y="30"/>
                  </a:lnTo>
                  <a:lnTo>
                    <a:pt x="20" y="29"/>
                  </a:lnTo>
                  <a:lnTo>
                    <a:pt x="21" y="29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4" y="27"/>
                  </a:lnTo>
                  <a:lnTo>
                    <a:pt x="25" y="27"/>
                  </a:lnTo>
                  <a:lnTo>
                    <a:pt x="26" y="27"/>
                  </a:lnTo>
                  <a:lnTo>
                    <a:pt x="26" y="26"/>
                  </a:lnTo>
                  <a:lnTo>
                    <a:pt x="27" y="26"/>
                  </a:lnTo>
                  <a:lnTo>
                    <a:pt x="28" y="26"/>
                  </a:lnTo>
                  <a:lnTo>
                    <a:pt x="29" y="25"/>
                  </a:lnTo>
                  <a:lnTo>
                    <a:pt x="30" y="25"/>
                  </a:lnTo>
                  <a:lnTo>
                    <a:pt x="31" y="25"/>
                  </a:lnTo>
                  <a:lnTo>
                    <a:pt x="32" y="24"/>
                  </a:lnTo>
                  <a:lnTo>
                    <a:pt x="32" y="37"/>
                  </a:lnTo>
                  <a:lnTo>
                    <a:pt x="31" y="38"/>
                  </a:lnTo>
                  <a:close/>
                  <a:moveTo>
                    <a:pt x="16" y="0"/>
                  </a:moveTo>
                  <a:lnTo>
                    <a:pt x="14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7"/>
                  </a:lnTo>
                  <a:lnTo>
                    <a:pt x="4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11" y="19"/>
                  </a:lnTo>
                  <a:lnTo>
                    <a:pt x="12" y="18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4"/>
                  </a:lnTo>
                  <a:lnTo>
                    <a:pt x="16" y="10"/>
                  </a:lnTo>
                  <a:lnTo>
                    <a:pt x="15" y="9"/>
                  </a:lnTo>
                  <a:lnTo>
                    <a:pt x="15" y="8"/>
                  </a:lnTo>
                  <a:lnTo>
                    <a:pt x="14" y="8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4" y="4"/>
                  </a:lnTo>
                  <a:lnTo>
                    <a:pt x="26" y="5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9" y="6"/>
                  </a:lnTo>
                  <a:lnTo>
                    <a:pt x="30" y="6"/>
                  </a:lnTo>
                  <a:lnTo>
                    <a:pt x="30" y="7"/>
                  </a:lnTo>
                  <a:lnTo>
                    <a:pt x="31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2" y="21"/>
                  </a:lnTo>
                  <a:lnTo>
                    <a:pt x="31" y="21"/>
                  </a:lnTo>
                  <a:lnTo>
                    <a:pt x="30" y="21"/>
                  </a:lnTo>
                  <a:lnTo>
                    <a:pt x="29" y="21"/>
                  </a:lnTo>
                  <a:lnTo>
                    <a:pt x="28" y="22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22" y="23"/>
                  </a:lnTo>
                  <a:lnTo>
                    <a:pt x="21" y="24"/>
                  </a:lnTo>
                  <a:lnTo>
                    <a:pt x="20" y="24"/>
                  </a:lnTo>
                  <a:lnTo>
                    <a:pt x="19" y="24"/>
                  </a:lnTo>
                  <a:lnTo>
                    <a:pt x="19" y="25"/>
                  </a:lnTo>
                  <a:lnTo>
                    <a:pt x="18" y="25"/>
                  </a:lnTo>
                  <a:lnTo>
                    <a:pt x="17" y="25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13" y="27"/>
                  </a:lnTo>
                  <a:lnTo>
                    <a:pt x="12" y="27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8" y="30"/>
                  </a:lnTo>
                  <a:lnTo>
                    <a:pt x="7" y="30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3" y="33"/>
                  </a:lnTo>
                  <a:lnTo>
                    <a:pt x="3" y="34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2" y="48"/>
                  </a:lnTo>
                  <a:lnTo>
                    <a:pt x="2" y="49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0"/>
                  </a:lnTo>
                  <a:lnTo>
                    <a:pt x="4" y="51"/>
                  </a:lnTo>
                  <a:lnTo>
                    <a:pt x="5" y="51"/>
                  </a:lnTo>
                  <a:lnTo>
                    <a:pt x="6" y="52"/>
                  </a:lnTo>
                  <a:lnTo>
                    <a:pt x="7" y="52"/>
                  </a:lnTo>
                  <a:lnTo>
                    <a:pt x="8" y="53"/>
                  </a:lnTo>
                  <a:lnTo>
                    <a:pt x="9" y="53"/>
                  </a:lnTo>
                  <a:lnTo>
                    <a:pt x="10" y="53"/>
                  </a:lnTo>
                  <a:lnTo>
                    <a:pt x="11" y="54"/>
                  </a:lnTo>
                  <a:lnTo>
                    <a:pt x="14" y="54"/>
                  </a:lnTo>
                  <a:lnTo>
                    <a:pt x="17" y="54"/>
                  </a:lnTo>
                  <a:lnTo>
                    <a:pt x="21" y="54"/>
                  </a:lnTo>
                  <a:lnTo>
                    <a:pt x="22" y="53"/>
                  </a:lnTo>
                  <a:lnTo>
                    <a:pt x="23" y="53"/>
                  </a:lnTo>
                  <a:lnTo>
                    <a:pt x="24" y="53"/>
                  </a:lnTo>
                  <a:lnTo>
                    <a:pt x="25" y="52"/>
                  </a:lnTo>
                  <a:lnTo>
                    <a:pt x="26" y="52"/>
                  </a:lnTo>
                  <a:lnTo>
                    <a:pt x="27" y="52"/>
                  </a:lnTo>
                  <a:lnTo>
                    <a:pt x="27" y="51"/>
                  </a:lnTo>
                  <a:lnTo>
                    <a:pt x="28" y="51"/>
                  </a:lnTo>
                  <a:lnTo>
                    <a:pt x="28" y="50"/>
                  </a:lnTo>
                  <a:lnTo>
                    <a:pt x="29" y="50"/>
                  </a:lnTo>
                  <a:lnTo>
                    <a:pt x="30" y="49"/>
                  </a:lnTo>
                  <a:lnTo>
                    <a:pt x="31" y="48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2" y="46"/>
                  </a:lnTo>
                  <a:lnTo>
                    <a:pt x="33" y="45"/>
                  </a:lnTo>
                  <a:lnTo>
                    <a:pt x="33" y="44"/>
                  </a:lnTo>
                  <a:lnTo>
                    <a:pt x="33" y="46"/>
                  </a:lnTo>
                  <a:lnTo>
                    <a:pt x="34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5" y="50"/>
                  </a:lnTo>
                  <a:lnTo>
                    <a:pt x="36" y="51"/>
                  </a:lnTo>
                  <a:lnTo>
                    <a:pt x="37" y="52"/>
                  </a:lnTo>
                  <a:lnTo>
                    <a:pt x="38" y="52"/>
                  </a:lnTo>
                  <a:lnTo>
                    <a:pt x="38" y="53"/>
                  </a:lnTo>
                  <a:lnTo>
                    <a:pt x="39" y="53"/>
                  </a:lnTo>
                  <a:lnTo>
                    <a:pt x="41" y="53"/>
                  </a:lnTo>
                  <a:lnTo>
                    <a:pt x="44" y="53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7" y="52"/>
                  </a:lnTo>
                  <a:lnTo>
                    <a:pt x="48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50" y="51"/>
                  </a:lnTo>
                  <a:lnTo>
                    <a:pt x="50" y="50"/>
                  </a:lnTo>
                  <a:lnTo>
                    <a:pt x="51" y="50"/>
                  </a:lnTo>
                  <a:lnTo>
                    <a:pt x="51" y="49"/>
                  </a:lnTo>
                  <a:lnTo>
                    <a:pt x="52" y="48"/>
                  </a:lnTo>
                  <a:lnTo>
                    <a:pt x="52" y="47"/>
                  </a:lnTo>
                  <a:lnTo>
                    <a:pt x="53" y="46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4" y="42"/>
                  </a:lnTo>
                  <a:lnTo>
                    <a:pt x="54" y="40"/>
                  </a:lnTo>
                  <a:lnTo>
                    <a:pt x="50" y="40"/>
                  </a:lnTo>
                  <a:lnTo>
                    <a:pt x="50" y="41"/>
                  </a:lnTo>
                  <a:lnTo>
                    <a:pt x="50" y="43"/>
                  </a:lnTo>
                  <a:lnTo>
                    <a:pt x="49" y="44"/>
                  </a:lnTo>
                  <a:lnTo>
                    <a:pt x="49" y="45"/>
                  </a:lnTo>
                  <a:lnTo>
                    <a:pt x="49" y="46"/>
                  </a:lnTo>
                  <a:lnTo>
                    <a:pt x="48" y="46"/>
                  </a:lnTo>
                  <a:lnTo>
                    <a:pt x="48" y="47"/>
                  </a:lnTo>
                  <a:lnTo>
                    <a:pt x="47" y="47"/>
                  </a:lnTo>
                  <a:lnTo>
                    <a:pt x="45" y="47"/>
                  </a:lnTo>
                  <a:lnTo>
                    <a:pt x="44" y="47"/>
                  </a:lnTo>
                  <a:lnTo>
                    <a:pt x="44" y="46"/>
                  </a:lnTo>
                  <a:lnTo>
                    <a:pt x="44" y="45"/>
                  </a:lnTo>
                  <a:lnTo>
                    <a:pt x="43" y="44"/>
                  </a:lnTo>
                  <a:lnTo>
                    <a:pt x="43" y="12"/>
                  </a:lnTo>
                  <a:lnTo>
                    <a:pt x="43" y="10"/>
                  </a:lnTo>
                  <a:lnTo>
                    <a:pt x="42" y="9"/>
                  </a:lnTo>
                  <a:lnTo>
                    <a:pt x="42" y="8"/>
                  </a:lnTo>
                  <a:lnTo>
                    <a:pt x="42" y="7"/>
                  </a:lnTo>
                  <a:lnTo>
                    <a:pt x="41" y="7"/>
                  </a:lnTo>
                  <a:lnTo>
                    <a:pt x="41" y="6"/>
                  </a:lnTo>
                  <a:lnTo>
                    <a:pt x="40" y="5"/>
                  </a:lnTo>
                  <a:lnTo>
                    <a:pt x="39" y="4"/>
                  </a:lnTo>
                  <a:lnTo>
                    <a:pt x="38" y="3"/>
                  </a:lnTo>
                  <a:lnTo>
                    <a:pt x="37" y="3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18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6" name="Freeform 33"/>
            <p:cNvSpPr>
              <a:spLocks noEditPoints="1"/>
            </p:cNvSpPr>
            <p:nvPr userDrawn="1"/>
          </p:nvSpPr>
          <p:spPr bwMode="auto">
            <a:xfrm>
              <a:off x="4608" y="1523"/>
              <a:ext cx="325" cy="323"/>
            </a:xfrm>
            <a:custGeom>
              <a:avLst/>
              <a:gdLst>
                <a:gd name="T0" fmla="*/ 84 w 54"/>
                <a:gd name="T1" fmla="*/ 84 h 54"/>
                <a:gd name="T2" fmla="*/ 96 w 54"/>
                <a:gd name="T3" fmla="*/ 60 h 54"/>
                <a:gd name="T4" fmla="*/ 108 w 54"/>
                <a:gd name="T5" fmla="*/ 48 h 54"/>
                <a:gd name="T6" fmla="*/ 114 w 54"/>
                <a:gd name="T7" fmla="*/ 36 h 54"/>
                <a:gd name="T8" fmla="*/ 138 w 54"/>
                <a:gd name="T9" fmla="*/ 30 h 54"/>
                <a:gd name="T10" fmla="*/ 198 w 54"/>
                <a:gd name="T11" fmla="*/ 30 h 54"/>
                <a:gd name="T12" fmla="*/ 216 w 54"/>
                <a:gd name="T13" fmla="*/ 42 h 54"/>
                <a:gd name="T14" fmla="*/ 228 w 54"/>
                <a:gd name="T15" fmla="*/ 54 h 54"/>
                <a:gd name="T16" fmla="*/ 234 w 54"/>
                <a:gd name="T17" fmla="*/ 72 h 54"/>
                <a:gd name="T18" fmla="*/ 246 w 54"/>
                <a:gd name="T19" fmla="*/ 114 h 54"/>
                <a:gd name="T20" fmla="*/ 240 w 54"/>
                <a:gd name="T21" fmla="*/ 228 h 54"/>
                <a:gd name="T22" fmla="*/ 234 w 54"/>
                <a:gd name="T23" fmla="*/ 258 h 54"/>
                <a:gd name="T24" fmla="*/ 222 w 54"/>
                <a:gd name="T25" fmla="*/ 276 h 54"/>
                <a:gd name="T26" fmla="*/ 210 w 54"/>
                <a:gd name="T27" fmla="*/ 282 h 54"/>
                <a:gd name="T28" fmla="*/ 192 w 54"/>
                <a:gd name="T29" fmla="*/ 294 h 54"/>
                <a:gd name="T30" fmla="*/ 138 w 54"/>
                <a:gd name="T31" fmla="*/ 294 h 54"/>
                <a:gd name="T32" fmla="*/ 114 w 54"/>
                <a:gd name="T33" fmla="*/ 282 h 54"/>
                <a:gd name="T34" fmla="*/ 102 w 54"/>
                <a:gd name="T35" fmla="*/ 270 h 54"/>
                <a:gd name="T36" fmla="*/ 96 w 54"/>
                <a:gd name="T37" fmla="*/ 258 h 54"/>
                <a:gd name="T38" fmla="*/ 84 w 54"/>
                <a:gd name="T39" fmla="*/ 228 h 54"/>
                <a:gd name="T40" fmla="*/ 126 w 54"/>
                <a:gd name="T41" fmla="*/ 0 h 54"/>
                <a:gd name="T42" fmla="*/ 96 w 54"/>
                <a:gd name="T43" fmla="*/ 12 h 54"/>
                <a:gd name="T44" fmla="*/ 78 w 54"/>
                <a:gd name="T45" fmla="*/ 24 h 54"/>
                <a:gd name="T46" fmla="*/ 66 w 54"/>
                <a:gd name="T47" fmla="*/ 30 h 54"/>
                <a:gd name="T48" fmla="*/ 54 w 54"/>
                <a:gd name="T49" fmla="*/ 42 h 54"/>
                <a:gd name="T50" fmla="*/ 42 w 54"/>
                <a:gd name="T51" fmla="*/ 54 h 54"/>
                <a:gd name="T52" fmla="*/ 30 w 54"/>
                <a:gd name="T53" fmla="*/ 66 h 54"/>
                <a:gd name="T54" fmla="*/ 18 w 54"/>
                <a:gd name="T55" fmla="*/ 84 h 54"/>
                <a:gd name="T56" fmla="*/ 12 w 54"/>
                <a:gd name="T57" fmla="*/ 102 h 54"/>
                <a:gd name="T58" fmla="*/ 0 w 54"/>
                <a:gd name="T59" fmla="*/ 180 h 54"/>
                <a:gd name="T60" fmla="*/ 12 w 54"/>
                <a:gd name="T61" fmla="*/ 222 h 54"/>
                <a:gd name="T62" fmla="*/ 24 w 54"/>
                <a:gd name="T63" fmla="*/ 246 h 54"/>
                <a:gd name="T64" fmla="*/ 36 w 54"/>
                <a:gd name="T65" fmla="*/ 258 h 54"/>
                <a:gd name="T66" fmla="*/ 42 w 54"/>
                <a:gd name="T67" fmla="*/ 270 h 54"/>
                <a:gd name="T68" fmla="*/ 54 w 54"/>
                <a:gd name="T69" fmla="*/ 282 h 54"/>
                <a:gd name="T70" fmla="*/ 66 w 54"/>
                <a:gd name="T71" fmla="*/ 294 h 54"/>
                <a:gd name="T72" fmla="*/ 78 w 54"/>
                <a:gd name="T73" fmla="*/ 300 h 54"/>
                <a:gd name="T74" fmla="*/ 102 w 54"/>
                <a:gd name="T75" fmla="*/ 312 h 54"/>
                <a:gd name="T76" fmla="*/ 138 w 54"/>
                <a:gd name="T77" fmla="*/ 324 h 54"/>
                <a:gd name="T78" fmla="*/ 210 w 54"/>
                <a:gd name="T79" fmla="*/ 318 h 54"/>
                <a:gd name="T80" fmla="*/ 234 w 54"/>
                <a:gd name="T81" fmla="*/ 306 h 54"/>
                <a:gd name="T82" fmla="*/ 258 w 54"/>
                <a:gd name="T83" fmla="*/ 300 h 54"/>
                <a:gd name="T84" fmla="*/ 270 w 54"/>
                <a:gd name="T85" fmla="*/ 288 h 54"/>
                <a:gd name="T86" fmla="*/ 282 w 54"/>
                <a:gd name="T87" fmla="*/ 276 h 54"/>
                <a:gd name="T88" fmla="*/ 288 w 54"/>
                <a:gd name="T89" fmla="*/ 264 h 54"/>
                <a:gd name="T90" fmla="*/ 300 w 54"/>
                <a:gd name="T91" fmla="*/ 252 h 54"/>
                <a:gd name="T92" fmla="*/ 312 w 54"/>
                <a:gd name="T93" fmla="*/ 234 h 54"/>
                <a:gd name="T94" fmla="*/ 318 w 54"/>
                <a:gd name="T95" fmla="*/ 204 h 54"/>
                <a:gd name="T96" fmla="*/ 318 w 54"/>
                <a:gd name="T97" fmla="*/ 114 h 54"/>
                <a:gd name="T98" fmla="*/ 312 w 54"/>
                <a:gd name="T99" fmla="*/ 90 h 54"/>
                <a:gd name="T100" fmla="*/ 300 w 54"/>
                <a:gd name="T101" fmla="*/ 72 h 54"/>
                <a:gd name="T102" fmla="*/ 288 w 54"/>
                <a:gd name="T103" fmla="*/ 54 h 54"/>
                <a:gd name="T104" fmla="*/ 282 w 54"/>
                <a:gd name="T105" fmla="*/ 48 h 54"/>
                <a:gd name="T106" fmla="*/ 270 w 54"/>
                <a:gd name="T107" fmla="*/ 36 h 54"/>
                <a:gd name="T108" fmla="*/ 258 w 54"/>
                <a:gd name="T109" fmla="*/ 24 h 54"/>
                <a:gd name="T110" fmla="*/ 240 w 54"/>
                <a:gd name="T111" fmla="*/ 18 h 54"/>
                <a:gd name="T112" fmla="*/ 216 w 54"/>
                <a:gd name="T113" fmla="*/ 6 h 54"/>
                <a:gd name="T114" fmla="*/ 126 w 54"/>
                <a:gd name="T115" fmla="*/ 0 h 5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54" h="54">
                  <a:moveTo>
                    <a:pt x="13" y="23"/>
                  </a:moveTo>
                  <a:lnTo>
                    <a:pt x="13" y="19"/>
                  </a:lnTo>
                  <a:lnTo>
                    <a:pt x="14" y="17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5" y="12"/>
                  </a:lnTo>
                  <a:lnTo>
                    <a:pt x="16" y="11"/>
                  </a:lnTo>
                  <a:lnTo>
                    <a:pt x="16" y="10"/>
                  </a:lnTo>
                  <a:lnTo>
                    <a:pt x="17" y="9"/>
                  </a:lnTo>
                  <a:lnTo>
                    <a:pt x="17" y="8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3" y="5"/>
                  </a:lnTo>
                  <a:lnTo>
                    <a:pt x="25" y="4"/>
                  </a:lnTo>
                  <a:lnTo>
                    <a:pt x="30" y="4"/>
                  </a:lnTo>
                  <a:lnTo>
                    <a:pt x="31" y="5"/>
                  </a:lnTo>
                  <a:lnTo>
                    <a:pt x="32" y="5"/>
                  </a:lnTo>
                  <a:lnTo>
                    <a:pt x="33" y="5"/>
                  </a:lnTo>
                  <a:lnTo>
                    <a:pt x="34" y="6"/>
                  </a:lnTo>
                  <a:lnTo>
                    <a:pt x="35" y="6"/>
                  </a:lnTo>
                  <a:lnTo>
                    <a:pt x="35" y="7"/>
                  </a:lnTo>
                  <a:lnTo>
                    <a:pt x="36" y="7"/>
                  </a:lnTo>
                  <a:lnTo>
                    <a:pt x="37" y="8"/>
                  </a:lnTo>
                  <a:lnTo>
                    <a:pt x="37" y="9"/>
                  </a:lnTo>
                  <a:lnTo>
                    <a:pt x="38" y="9"/>
                  </a:lnTo>
                  <a:lnTo>
                    <a:pt x="38" y="10"/>
                  </a:lnTo>
                  <a:lnTo>
                    <a:pt x="39" y="11"/>
                  </a:lnTo>
                  <a:lnTo>
                    <a:pt x="39" y="12"/>
                  </a:lnTo>
                  <a:lnTo>
                    <a:pt x="40" y="13"/>
                  </a:lnTo>
                  <a:lnTo>
                    <a:pt x="40" y="14"/>
                  </a:lnTo>
                  <a:lnTo>
                    <a:pt x="40" y="15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1" y="22"/>
                  </a:lnTo>
                  <a:lnTo>
                    <a:pt x="41" y="32"/>
                  </a:lnTo>
                  <a:lnTo>
                    <a:pt x="41" y="35"/>
                  </a:lnTo>
                  <a:lnTo>
                    <a:pt x="41" y="37"/>
                  </a:lnTo>
                  <a:lnTo>
                    <a:pt x="40" y="38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2"/>
                  </a:lnTo>
                  <a:lnTo>
                    <a:pt x="39" y="43"/>
                  </a:lnTo>
                  <a:lnTo>
                    <a:pt x="38" y="44"/>
                  </a:lnTo>
                  <a:lnTo>
                    <a:pt x="38" y="45"/>
                  </a:lnTo>
                  <a:lnTo>
                    <a:pt x="37" y="45"/>
                  </a:lnTo>
                  <a:lnTo>
                    <a:pt x="37" y="46"/>
                  </a:lnTo>
                  <a:lnTo>
                    <a:pt x="36" y="46"/>
                  </a:lnTo>
                  <a:lnTo>
                    <a:pt x="36" y="47"/>
                  </a:lnTo>
                  <a:lnTo>
                    <a:pt x="35" y="47"/>
                  </a:lnTo>
                  <a:lnTo>
                    <a:pt x="35" y="48"/>
                  </a:lnTo>
                  <a:lnTo>
                    <a:pt x="34" y="48"/>
                  </a:lnTo>
                  <a:lnTo>
                    <a:pt x="33" y="49"/>
                  </a:lnTo>
                  <a:lnTo>
                    <a:pt x="32" y="49"/>
                  </a:lnTo>
                  <a:lnTo>
                    <a:pt x="31" y="49"/>
                  </a:lnTo>
                  <a:lnTo>
                    <a:pt x="28" y="50"/>
                  </a:lnTo>
                  <a:lnTo>
                    <a:pt x="27" y="50"/>
                  </a:lnTo>
                  <a:lnTo>
                    <a:pt x="24" y="49"/>
                  </a:lnTo>
                  <a:lnTo>
                    <a:pt x="23" y="49"/>
                  </a:lnTo>
                  <a:lnTo>
                    <a:pt x="22" y="49"/>
                  </a:lnTo>
                  <a:lnTo>
                    <a:pt x="21" y="48"/>
                  </a:lnTo>
                  <a:lnTo>
                    <a:pt x="20" y="48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8" y="46"/>
                  </a:lnTo>
                  <a:lnTo>
                    <a:pt x="17" y="45"/>
                  </a:lnTo>
                  <a:lnTo>
                    <a:pt x="16" y="44"/>
                  </a:lnTo>
                  <a:lnTo>
                    <a:pt x="16" y="43"/>
                  </a:lnTo>
                  <a:lnTo>
                    <a:pt x="15" y="42"/>
                  </a:lnTo>
                  <a:lnTo>
                    <a:pt x="15" y="41"/>
                  </a:lnTo>
                  <a:lnTo>
                    <a:pt x="15" y="40"/>
                  </a:lnTo>
                  <a:lnTo>
                    <a:pt x="14" y="39"/>
                  </a:lnTo>
                  <a:lnTo>
                    <a:pt x="14" y="38"/>
                  </a:lnTo>
                  <a:lnTo>
                    <a:pt x="14" y="36"/>
                  </a:lnTo>
                  <a:lnTo>
                    <a:pt x="13" y="34"/>
                  </a:lnTo>
                  <a:lnTo>
                    <a:pt x="13" y="31"/>
                  </a:lnTo>
                  <a:lnTo>
                    <a:pt x="13" y="23"/>
                  </a:lnTo>
                  <a:close/>
                  <a:moveTo>
                    <a:pt x="21" y="0"/>
                  </a:move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2"/>
                  </a:lnTo>
                  <a:lnTo>
                    <a:pt x="16" y="2"/>
                  </a:lnTo>
                  <a:lnTo>
                    <a:pt x="15" y="2"/>
                  </a:lnTo>
                  <a:lnTo>
                    <a:pt x="15" y="3"/>
                  </a:lnTo>
                  <a:lnTo>
                    <a:pt x="14" y="3"/>
                  </a:lnTo>
                  <a:lnTo>
                    <a:pt x="13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10" y="6"/>
                  </a:lnTo>
                  <a:lnTo>
                    <a:pt x="9" y="6"/>
                  </a:lnTo>
                  <a:lnTo>
                    <a:pt x="9" y="7"/>
                  </a:lnTo>
                  <a:lnTo>
                    <a:pt x="8" y="7"/>
                  </a:lnTo>
                  <a:lnTo>
                    <a:pt x="8" y="8"/>
                  </a:lnTo>
                  <a:lnTo>
                    <a:pt x="7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1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4" y="41"/>
                  </a:lnTo>
                  <a:lnTo>
                    <a:pt x="4" y="42"/>
                  </a:lnTo>
                  <a:lnTo>
                    <a:pt x="5" y="42"/>
                  </a:lnTo>
                  <a:lnTo>
                    <a:pt x="5" y="43"/>
                  </a:lnTo>
                  <a:lnTo>
                    <a:pt x="6" y="43"/>
                  </a:lnTo>
                  <a:lnTo>
                    <a:pt x="6" y="44"/>
                  </a:lnTo>
                  <a:lnTo>
                    <a:pt x="7" y="45"/>
                  </a:lnTo>
                  <a:lnTo>
                    <a:pt x="8" y="46"/>
                  </a:lnTo>
                  <a:lnTo>
                    <a:pt x="9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49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3"/>
                  </a:lnTo>
                  <a:lnTo>
                    <a:pt x="20" y="53"/>
                  </a:lnTo>
                  <a:lnTo>
                    <a:pt x="21" y="53"/>
                  </a:lnTo>
                  <a:lnTo>
                    <a:pt x="23" y="54"/>
                  </a:lnTo>
                  <a:lnTo>
                    <a:pt x="26" y="54"/>
                  </a:lnTo>
                  <a:lnTo>
                    <a:pt x="29" y="54"/>
                  </a:lnTo>
                  <a:lnTo>
                    <a:pt x="32" y="54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2"/>
                  </a:lnTo>
                  <a:lnTo>
                    <a:pt x="38" y="52"/>
                  </a:lnTo>
                  <a:lnTo>
                    <a:pt x="39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1"/>
                  </a:lnTo>
                  <a:lnTo>
                    <a:pt x="41" y="50"/>
                  </a:lnTo>
                  <a:lnTo>
                    <a:pt x="42" y="50"/>
                  </a:lnTo>
                  <a:lnTo>
                    <a:pt x="43" y="50"/>
                  </a:lnTo>
                  <a:lnTo>
                    <a:pt x="43" y="49"/>
                  </a:lnTo>
                  <a:lnTo>
                    <a:pt x="44" y="49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6" y="47"/>
                  </a:lnTo>
                  <a:lnTo>
                    <a:pt x="47" y="46"/>
                  </a:lnTo>
                  <a:lnTo>
                    <a:pt x="48" y="45"/>
                  </a:lnTo>
                  <a:lnTo>
                    <a:pt x="48" y="44"/>
                  </a:lnTo>
                  <a:lnTo>
                    <a:pt x="49" y="44"/>
                  </a:lnTo>
                  <a:lnTo>
                    <a:pt x="49" y="43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1" y="41"/>
                  </a:lnTo>
                  <a:lnTo>
                    <a:pt x="51" y="40"/>
                  </a:lnTo>
                  <a:lnTo>
                    <a:pt x="52" y="39"/>
                  </a:lnTo>
                  <a:lnTo>
                    <a:pt x="52" y="38"/>
                  </a:lnTo>
                  <a:lnTo>
                    <a:pt x="53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23"/>
                  </a:lnTo>
                  <a:lnTo>
                    <a:pt x="54" y="21"/>
                  </a:lnTo>
                  <a:lnTo>
                    <a:pt x="53" y="19"/>
                  </a:lnTo>
                  <a:lnTo>
                    <a:pt x="53" y="18"/>
                  </a:lnTo>
                  <a:lnTo>
                    <a:pt x="53" y="17"/>
                  </a:lnTo>
                  <a:lnTo>
                    <a:pt x="52" y="16"/>
                  </a:lnTo>
                  <a:lnTo>
                    <a:pt x="52" y="15"/>
                  </a:lnTo>
                  <a:lnTo>
                    <a:pt x="51" y="14"/>
                  </a:lnTo>
                  <a:lnTo>
                    <a:pt x="51" y="13"/>
                  </a:lnTo>
                  <a:lnTo>
                    <a:pt x="50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10"/>
                  </a:lnTo>
                  <a:lnTo>
                    <a:pt x="48" y="9"/>
                  </a:lnTo>
                  <a:lnTo>
                    <a:pt x="47" y="8"/>
                  </a:lnTo>
                  <a:lnTo>
                    <a:pt x="46" y="7"/>
                  </a:lnTo>
                  <a:lnTo>
                    <a:pt x="45" y="6"/>
                  </a:lnTo>
                  <a:lnTo>
                    <a:pt x="44" y="5"/>
                  </a:lnTo>
                  <a:lnTo>
                    <a:pt x="43" y="5"/>
                  </a:lnTo>
                  <a:lnTo>
                    <a:pt x="43" y="4"/>
                  </a:lnTo>
                  <a:lnTo>
                    <a:pt x="42" y="4"/>
                  </a:lnTo>
                  <a:lnTo>
                    <a:pt x="41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3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7" name="Freeform 34"/>
            <p:cNvSpPr>
              <a:spLocks/>
            </p:cNvSpPr>
            <p:nvPr userDrawn="1"/>
          </p:nvSpPr>
          <p:spPr bwMode="auto">
            <a:xfrm>
              <a:off x="2132" y="1394"/>
              <a:ext cx="196" cy="447"/>
            </a:xfrm>
            <a:custGeom>
              <a:avLst/>
              <a:gdLst>
                <a:gd name="T0" fmla="*/ 0 w 33"/>
                <a:gd name="T1" fmla="*/ 24 h 75"/>
                <a:gd name="T2" fmla="*/ 30 w 33"/>
                <a:gd name="T3" fmla="*/ 24 h 75"/>
                <a:gd name="T4" fmla="*/ 36 w 33"/>
                <a:gd name="T5" fmla="*/ 24 h 75"/>
                <a:gd name="T6" fmla="*/ 42 w 33"/>
                <a:gd name="T7" fmla="*/ 30 h 75"/>
                <a:gd name="T8" fmla="*/ 48 w 33"/>
                <a:gd name="T9" fmla="*/ 30 h 75"/>
                <a:gd name="T10" fmla="*/ 54 w 33"/>
                <a:gd name="T11" fmla="*/ 30 h 75"/>
                <a:gd name="T12" fmla="*/ 54 w 33"/>
                <a:gd name="T13" fmla="*/ 36 h 75"/>
                <a:gd name="T14" fmla="*/ 54 w 33"/>
                <a:gd name="T15" fmla="*/ 36 h 75"/>
                <a:gd name="T16" fmla="*/ 60 w 33"/>
                <a:gd name="T17" fmla="*/ 42 h 75"/>
                <a:gd name="T18" fmla="*/ 60 w 33"/>
                <a:gd name="T19" fmla="*/ 42 h 75"/>
                <a:gd name="T20" fmla="*/ 60 w 33"/>
                <a:gd name="T21" fmla="*/ 54 h 75"/>
                <a:gd name="T22" fmla="*/ 60 w 33"/>
                <a:gd name="T23" fmla="*/ 390 h 75"/>
                <a:gd name="T24" fmla="*/ 60 w 33"/>
                <a:gd name="T25" fmla="*/ 402 h 75"/>
                <a:gd name="T26" fmla="*/ 60 w 33"/>
                <a:gd name="T27" fmla="*/ 408 h 75"/>
                <a:gd name="T28" fmla="*/ 54 w 33"/>
                <a:gd name="T29" fmla="*/ 408 h 75"/>
                <a:gd name="T30" fmla="*/ 54 w 33"/>
                <a:gd name="T31" fmla="*/ 408 h 75"/>
                <a:gd name="T32" fmla="*/ 54 w 33"/>
                <a:gd name="T33" fmla="*/ 414 h 75"/>
                <a:gd name="T34" fmla="*/ 48 w 33"/>
                <a:gd name="T35" fmla="*/ 414 h 75"/>
                <a:gd name="T36" fmla="*/ 48 w 33"/>
                <a:gd name="T37" fmla="*/ 414 h 75"/>
                <a:gd name="T38" fmla="*/ 42 w 33"/>
                <a:gd name="T39" fmla="*/ 420 h 75"/>
                <a:gd name="T40" fmla="*/ 30 w 33"/>
                <a:gd name="T41" fmla="*/ 420 h 75"/>
                <a:gd name="T42" fmla="*/ 12 w 33"/>
                <a:gd name="T43" fmla="*/ 420 h 75"/>
                <a:gd name="T44" fmla="*/ 0 w 33"/>
                <a:gd name="T45" fmla="*/ 426 h 75"/>
                <a:gd name="T46" fmla="*/ 0 w 33"/>
                <a:gd name="T47" fmla="*/ 450 h 75"/>
                <a:gd name="T48" fmla="*/ 198 w 33"/>
                <a:gd name="T49" fmla="*/ 450 h 75"/>
                <a:gd name="T50" fmla="*/ 198 w 33"/>
                <a:gd name="T51" fmla="*/ 426 h 75"/>
                <a:gd name="T52" fmla="*/ 186 w 33"/>
                <a:gd name="T53" fmla="*/ 420 h 75"/>
                <a:gd name="T54" fmla="*/ 168 w 33"/>
                <a:gd name="T55" fmla="*/ 420 h 75"/>
                <a:gd name="T56" fmla="*/ 156 w 33"/>
                <a:gd name="T57" fmla="*/ 420 h 75"/>
                <a:gd name="T58" fmla="*/ 150 w 33"/>
                <a:gd name="T59" fmla="*/ 414 h 75"/>
                <a:gd name="T60" fmla="*/ 150 w 33"/>
                <a:gd name="T61" fmla="*/ 414 h 75"/>
                <a:gd name="T62" fmla="*/ 144 w 33"/>
                <a:gd name="T63" fmla="*/ 414 h 75"/>
                <a:gd name="T64" fmla="*/ 144 w 33"/>
                <a:gd name="T65" fmla="*/ 408 h 75"/>
                <a:gd name="T66" fmla="*/ 144 w 33"/>
                <a:gd name="T67" fmla="*/ 408 h 75"/>
                <a:gd name="T68" fmla="*/ 138 w 33"/>
                <a:gd name="T69" fmla="*/ 408 h 75"/>
                <a:gd name="T70" fmla="*/ 138 w 33"/>
                <a:gd name="T71" fmla="*/ 402 h 75"/>
                <a:gd name="T72" fmla="*/ 138 w 33"/>
                <a:gd name="T73" fmla="*/ 396 h 75"/>
                <a:gd name="T74" fmla="*/ 138 w 33"/>
                <a:gd name="T75" fmla="*/ 54 h 75"/>
                <a:gd name="T76" fmla="*/ 138 w 33"/>
                <a:gd name="T77" fmla="*/ 42 h 75"/>
                <a:gd name="T78" fmla="*/ 138 w 33"/>
                <a:gd name="T79" fmla="*/ 42 h 75"/>
                <a:gd name="T80" fmla="*/ 144 w 33"/>
                <a:gd name="T81" fmla="*/ 36 h 75"/>
                <a:gd name="T82" fmla="*/ 144 w 33"/>
                <a:gd name="T83" fmla="*/ 36 h 75"/>
                <a:gd name="T84" fmla="*/ 144 w 33"/>
                <a:gd name="T85" fmla="*/ 30 h 75"/>
                <a:gd name="T86" fmla="*/ 150 w 33"/>
                <a:gd name="T87" fmla="*/ 30 h 75"/>
                <a:gd name="T88" fmla="*/ 156 w 33"/>
                <a:gd name="T89" fmla="*/ 30 h 75"/>
                <a:gd name="T90" fmla="*/ 162 w 33"/>
                <a:gd name="T91" fmla="*/ 24 h 75"/>
                <a:gd name="T92" fmla="*/ 168 w 33"/>
                <a:gd name="T93" fmla="*/ 24 h 75"/>
                <a:gd name="T94" fmla="*/ 198 w 33"/>
                <a:gd name="T95" fmla="*/ 24 h 75"/>
                <a:gd name="T96" fmla="*/ 198 w 33"/>
                <a:gd name="T97" fmla="*/ 0 h 75"/>
                <a:gd name="T98" fmla="*/ 0 w 33"/>
                <a:gd name="T99" fmla="*/ 0 h 75"/>
                <a:gd name="T100" fmla="*/ 0 w 33"/>
                <a:gd name="T101" fmla="*/ 24 h 7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3" h="75">
                  <a:moveTo>
                    <a:pt x="0" y="4"/>
                  </a:moveTo>
                  <a:lnTo>
                    <a:pt x="5" y="4"/>
                  </a:lnTo>
                  <a:lnTo>
                    <a:pt x="6" y="4"/>
                  </a:lnTo>
                  <a:lnTo>
                    <a:pt x="7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10" y="7"/>
                  </a:lnTo>
                  <a:lnTo>
                    <a:pt x="10" y="9"/>
                  </a:lnTo>
                  <a:lnTo>
                    <a:pt x="10" y="65"/>
                  </a:lnTo>
                  <a:lnTo>
                    <a:pt x="10" y="67"/>
                  </a:lnTo>
                  <a:lnTo>
                    <a:pt x="10" y="68"/>
                  </a:lnTo>
                  <a:lnTo>
                    <a:pt x="9" y="68"/>
                  </a:lnTo>
                  <a:lnTo>
                    <a:pt x="9" y="69"/>
                  </a:lnTo>
                  <a:lnTo>
                    <a:pt x="8" y="69"/>
                  </a:lnTo>
                  <a:lnTo>
                    <a:pt x="7" y="70"/>
                  </a:lnTo>
                  <a:lnTo>
                    <a:pt x="5" y="70"/>
                  </a:lnTo>
                  <a:lnTo>
                    <a:pt x="2" y="70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33" y="75"/>
                  </a:lnTo>
                  <a:lnTo>
                    <a:pt x="33" y="71"/>
                  </a:lnTo>
                  <a:lnTo>
                    <a:pt x="31" y="70"/>
                  </a:lnTo>
                  <a:lnTo>
                    <a:pt x="28" y="70"/>
                  </a:lnTo>
                  <a:lnTo>
                    <a:pt x="26" y="70"/>
                  </a:lnTo>
                  <a:lnTo>
                    <a:pt x="25" y="69"/>
                  </a:lnTo>
                  <a:lnTo>
                    <a:pt x="24" y="69"/>
                  </a:lnTo>
                  <a:lnTo>
                    <a:pt x="24" y="68"/>
                  </a:lnTo>
                  <a:lnTo>
                    <a:pt x="23" y="68"/>
                  </a:lnTo>
                  <a:lnTo>
                    <a:pt x="23" y="67"/>
                  </a:lnTo>
                  <a:lnTo>
                    <a:pt x="23" y="66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4" y="6"/>
                  </a:lnTo>
                  <a:lnTo>
                    <a:pt x="24" y="5"/>
                  </a:lnTo>
                  <a:lnTo>
                    <a:pt x="25" y="5"/>
                  </a:lnTo>
                  <a:lnTo>
                    <a:pt x="26" y="5"/>
                  </a:lnTo>
                  <a:lnTo>
                    <a:pt x="27" y="4"/>
                  </a:lnTo>
                  <a:lnTo>
                    <a:pt x="28" y="4"/>
                  </a:lnTo>
                  <a:lnTo>
                    <a:pt x="33" y="4"/>
                  </a:lnTo>
                  <a:lnTo>
                    <a:pt x="33" y="0"/>
                  </a:ln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8" name="Freeform 35"/>
            <p:cNvSpPr>
              <a:spLocks noEditPoints="1"/>
            </p:cNvSpPr>
            <p:nvPr userDrawn="1"/>
          </p:nvSpPr>
          <p:spPr bwMode="auto">
            <a:xfrm>
              <a:off x="2945" y="1523"/>
              <a:ext cx="282" cy="323"/>
            </a:xfrm>
            <a:custGeom>
              <a:avLst/>
              <a:gdLst>
                <a:gd name="T0" fmla="*/ 78 w 47"/>
                <a:gd name="T1" fmla="*/ 72 h 54"/>
                <a:gd name="T2" fmla="*/ 90 w 47"/>
                <a:gd name="T3" fmla="*/ 54 h 54"/>
                <a:gd name="T4" fmla="*/ 102 w 47"/>
                <a:gd name="T5" fmla="*/ 42 h 54"/>
                <a:gd name="T6" fmla="*/ 114 w 47"/>
                <a:gd name="T7" fmla="*/ 30 h 54"/>
                <a:gd name="T8" fmla="*/ 168 w 47"/>
                <a:gd name="T9" fmla="*/ 30 h 54"/>
                <a:gd name="T10" fmla="*/ 186 w 47"/>
                <a:gd name="T11" fmla="*/ 42 h 54"/>
                <a:gd name="T12" fmla="*/ 198 w 47"/>
                <a:gd name="T13" fmla="*/ 54 h 54"/>
                <a:gd name="T14" fmla="*/ 204 w 47"/>
                <a:gd name="T15" fmla="*/ 72 h 54"/>
                <a:gd name="T16" fmla="*/ 216 w 47"/>
                <a:gd name="T17" fmla="*/ 138 h 54"/>
                <a:gd name="T18" fmla="*/ 96 w 47"/>
                <a:gd name="T19" fmla="*/ 6 h 54"/>
                <a:gd name="T20" fmla="*/ 78 w 47"/>
                <a:gd name="T21" fmla="*/ 18 h 54"/>
                <a:gd name="T22" fmla="*/ 60 w 47"/>
                <a:gd name="T23" fmla="*/ 24 h 54"/>
                <a:gd name="T24" fmla="*/ 48 w 47"/>
                <a:gd name="T25" fmla="*/ 36 h 54"/>
                <a:gd name="T26" fmla="*/ 42 w 47"/>
                <a:gd name="T27" fmla="*/ 48 h 54"/>
                <a:gd name="T28" fmla="*/ 30 w 47"/>
                <a:gd name="T29" fmla="*/ 60 h 54"/>
                <a:gd name="T30" fmla="*/ 18 w 47"/>
                <a:gd name="T31" fmla="*/ 72 h 54"/>
                <a:gd name="T32" fmla="*/ 12 w 47"/>
                <a:gd name="T33" fmla="*/ 96 h 54"/>
                <a:gd name="T34" fmla="*/ 0 w 47"/>
                <a:gd name="T35" fmla="*/ 132 h 54"/>
                <a:gd name="T36" fmla="*/ 6 w 47"/>
                <a:gd name="T37" fmla="*/ 210 h 54"/>
                <a:gd name="T38" fmla="*/ 12 w 47"/>
                <a:gd name="T39" fmla="*/ 234 h 54"/>
                <a:gd name="T40" fmla="*/ 24 w 47"/>
                <a:gd name="T41" fmla="*/ 258 h 54"/>
                <a:gd name="T42" fmla="*/ 36 w 47"/>
                <a:gd name="T43" fmla="*/ 270 h 54"/>
                <a:gd name="T44" fmla="*/ 42 w 47"/>
                <a:gd name="T45" fmla="*/ 282 h 54"/>
                <a:gd name="T46" fmla="*/ 54 w 47"/>
                <a:gd name="T47" fmla="*/ 288 h 54"/>
                <a:gd name="T48" fmla="*/ 66 w 47"/>
                <a:gd name="T49" fmla="*/ 300 h 54"/>
                <a:gd name="T50" fmla="*/ 84 w 47"/>
                <a:gd name="T51" fmla="*/ 312 h 54"/>
                <a:gd name="T52" fmla="*/ 108 w 47"/>
                <a:gd name="T53" fmla="*/ 318 h 54"/>
                <a:gd name="T54" fmla="*/ 186 w 47"/>
                <a:gd name="T55" fmla="*/ 318 h 54"/>
                <a:gd name="T56" fmla="*/ 216 w 47"/>
                <a:gd name="T57" fmla="*/ 312 h 54"/>
                <a:gd name="T58" fmla="*/ 234 w 47"/>
                <a:gd name="T59" fmla="*/ 300 h 54"/>
                <a:gd name="T60" fmla="*/ 246 w 47"/>
                <a:gd name="T61" fmla="*/ 288 h 54"/>
                <a:gd name="T62" fmla="*/ 258 w 47"/>
                <a:gd name="T63" fmla="*/ 282 h 54"/>
                <a:gd name="T64" fmla="*/ 270 w 47"/>
                <a:gd name="T65" fmla="*/ 270 h 54"/>
                <a:gd name="T66" fmla="*/ 276 w 47"/>
                <a:gd name="T67" fmla="*/ 258 h 54"/>
                <a:gd name="T68" fmla="*/ 270 w 47"/>
                <a:gd name="T69" fmla="*/ 240 h 54"/>
                <a:gd name="T70" fmla="*/ 258 w 47"/>
                <a:gd name="T71" fmla="*/ 246 h 54"/>
                <a:gd name="T72" fmla="*/ 246 w 47"/>
                <a:gd name="T73" fmla="*/ 258 h 54"/>
                <a:gd name="T74" fmla="*/ 234 w 47"/>
                <a:gd name="T75" fmla="*/ 270 h 54"/>
                <a:gd name="T76" fmla="*/ 222 w 47"/>
                <a:gd name="T77" fmla="*/ 276 h 54"/>
                <a:gd name="T78" fmla="*/ 210 w 47"/>
                <a:gd name="T79" fmla="*/ 288 h 54"/>
                <a:gd name="T80" fmla="*/ 168 w 47"/>
                <a:gd name="T81" fmla="*/ 300 h 54"/>
                <a:gd name="T82" fmla="*/ 132 w 47"/>
                <a:gd name="T83" fmla="*/ 288 h 54"/>
                <a:gd name="T84" fmla="*/ 114 w 47"/>
                <a:gd name="T85" fmla="*/ 282 h 54"/>
                <a:gd name="T86" fmla="*/ 102 w 47"/>
                <a:gd name="T87" fmla="*/ 270 h 54"/>
                <a:gd name="T88" fmla="*/ 96 w 47"/>
                <a:gd name="T89" fmla="*/ 258 h 54"/>
                <a:gd name="T90" fmla="*/ 84 w 47"/>
                <a:gd name="T91" fmla="*/ 234 h 54"/>
                <a:gd name="T92" fmla="*/ 72 w 47"/>
                <a:gd name="T93" fmla="*/ 192 h 54"/>
                <a:gd name="T94" fmla="*/ 282 w 47"/>
                <a:gd name="T95" fmla="*/ 120 h 54"/>
                <a:gd name="T96" fmla="*/ 270 w 47"/>
                <a:gd name="T97" fmla="*/ 84 h 54"/>
                <a:gd name="T98" fmla="*/ 264 w 47"/>
                <a:gd name="T99" fmla="*/ 66 h 54"/>
                <a:gd name="T100" fmla="*/ 252 w 47"/>
                <a:gd name="T101" fmla="*/ 48 h 54"/>
                <a:gd name="T102" fmla="*/ 240 w 47"/>
                <a:gd name="T103" fmla="*/ 36 h 54"/>
                <a:gd name="T104" fmla="*/ 234 w 47"/>
                <a:gd name="T105" fmla="*/ 30 h 54"/>
                <a:gd name="T106" fmla="*/ 216 w 47"/>
                <a:gd name="T107" fmla="*/ 18 h 54"/>
                <a:gd name="T108" fmla="*/ 198 w 47"/>
                <a:gd name="T109" fmla="*/ 6 h 54"/>
                <a:gd name="T110" fmla="*/ 120 w 47"/>
                <a:gd name="T111" fmla="*/ 0 h 5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7" h="54">
                  <a:moveTo>
                    <a:pt x="12" y="21"/>
                  </a:moveTo>
                  <a:lnTo>
                    <a:pt x="12" y="17"/>
                  </a:lnTo>
                  <a:lnTo>
                    <a:pt x="13" y="15"/>
                  </a:lnTo>
                  <a:lnTo>
                    <a:pt x="13" y="14"/>
                  </a:lnTo>
                  <a:lnTo>
                    <a:pt x="13" y="12"/>
                  </a:lnTo>
                  <a:lnTo>
                    <a:pt x="14" y="11"/>
                  </a:lnTo>
                  <a:lnTo>
                    <a:pt x="14" y="10"/>
                  </a:lnTo>
                  <a:lnTo>
                    <a:pt x="15" y="9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7" y="6"/>
                  </a:lnTo>
                  <a:lnTo>
                    <a:pt x="18" y="6"/>
                  </a:lnTo>
                  <a:lnTo>
                    <a:pt x="19" y="5"/>
                  </a:lnTo>
                  <a:lnTo>
                    <a:pt x="20" y="5"/>
                  </a:lnTo>
                  <a:lnTo>
                    <a:pt x="21" y="4"/>
                  </a:lnTo>
                  <a:lnTo>
                    <a:pt x="26" y="4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9" y="5"/>
                  </a:lnTo>
                  <a:lnTo>
                    <a:pt x="30" y="6"/>
                  </a:lnTo>
                  <a:lnTo>
                    <a:pt x="31" y="6"/>
                  </a:lnTo>
                  <a:lnTo>
                    <a:pt x="31" y="7"/>
                  </a:lnTo>
                  <a:lnTo>
                    <a:pt x="32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3" y="10"/>
                  </a:lnTo>
                  <a:lnTo>
                    <a:pt x="34" y="11"/>
                  </a:lnTo>
                  <a:lnTo>
                    <a:pt x="34" y="12"/>
                  </a:lnTo>
                  <a:lnTo>
                    <a:pt x="35" y="13"/>
                  </a:lnTo>
                  <a:lnTo>
                    <a:pt x="35" y="15"/>
                  </a:lnTo>
                  <a:lnTo>
                    <a:pt x="35" y="17"/>
                  </a:lnTo>
                  <a:lnTo>
                    <a:pt x="36" y="20"/>
                  </a:lnTo>
                  <a:lnTo>
                    <a:pt x="36" y="23"/>
                  </a:lnTo>
                  <a:lnTo>
                    <a:pt x="12" y="23"/>
                  </a:lnTo>
                  <a:lnTo>
                    <a:pt x="12" y="21"/>
                  </a:lnTo>
                  <a:close/>
                  <a:moveTo>
                    <a:pt x="19" y="0"/>
                  </a:move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10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6" y="8"/>
                  </a:lnTo>
                  <a:lnTo>
                    <a:pt x="6" y="9"/>
                  </a:lnTo>
                  <a:lnTo>
                    <a:pt x="5" y="9"/>
                  </a:lnTo>
                  <a:lnTo>
                    <a:pt x="5" y="10"/>
                  </a:lnTo>
                  <a:lnTo>
                    <a:pt x="4" y="11"/>
                  </a:lnTo>
                  <a:lnTo>
                    <a:pt x="4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1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5" y="44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7" y="46"/>
                  </a:lnTo>
                  <a:lnTo>
                    <a:pt x="7" y="47"/>
                  </a:lnTo>
                  <a:lnTo>
                    <a:pt x="8" y="47"/>
                  </a:lnTo>
                  <a:lnTo>
                    <a:pt x="8" y="48"/>
                  </a:lnTo>
                  <a:lnTo>
                    <a:pt x="9" y="48"/>
                  </a:lnTo>
                  <a:lnTo>
                    <a:pt x="9" y="49"/>
                  </a:lnTo>
                  <a:lnTo>
                    <a:pt x="10" y="49"/>
                  </a:lnTo>
                  <a:lnTo>
                    <a:pt x="11" y="50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1"/>
                  </a:lnTo>
                  <a:lnTo>
                    <a:pt x="14" y="52"/>
                  </a:lnTo>
                  <a:lnTo>
                    <a:pt x="15" y="52"/>
                  </a:lnTo>
                  <a:lnTo>
                    <a:pt x="16" y="53"/>
                  </a:lnTo>
                  <a:lnTo>
                    <a:pt x="17" y="53"/>
                  </a:lnTo>
                  <a:lnTo>
                    <a:pt x="18" y="53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26" y="54"/>
                  </a:lnTo>
                  <a:lnTo>
                    <a:pt x="29" y="54"/>
                  </a:lnTo>
                  <a:lnTo>
                    <a:pt x="31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2"/>
                  </a:lnTo>
                  <a:lnTo>
                    <a:pt x="36" y="52"/>
                  </a:lnTo>
                  <a:lnTo>
                    <a:pt x="37" y="51"/>
                  </a:lnTo>
                  <a:lnTo>
                    <a:pt x="38" y="51"/>
                  </a:lnTo>
                  <a:lnTo>
                    <a:pt x="39" y="50"/>
                  </a:lnTo>
                  <a:lnTo>
                    <a:pt x="40" y="50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1" y="48"/>
                  </a:lnTo>
                  <a:lnTo>
                    <a:pt x="42" y="48"/>
                  </a:lnTo>
                  <a:lnTo>
                    <a:pt x="42" y="47"/>
                  </a:lnTo>
                  <a:lnTo>
                    <a:pt x="43" y="47"/>
                  </a:lnTo>
                  <a:lnTo>
                    <a:pt x="43" y="46"/>
                  </a:lnTo>
                  <a:lnTo>
                    <a:pt x="44" y="46"/>
                  </a:lnTo>
                  <a:lnTo>
                    <a:pt x="44" y="45"/>
                  </a:lnTo>
                  <a:lnTo>
                    <a:pt x="45" y="45"/>
                  </a:lnTo>
                  <a:lnTo>
                    <a:pt x="45" y="44"/>
                  </a:lnTo>
                  <a:lnTo>
                    <a:pt x="46" y="44"/>
                  </a:lnTo>
                  <a:lnTo>
                    <a:pt x="46" y="43"/>
                  </a:lnTo>
                  <a:lnTo>
                    <a:pt x="47" y="42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0"/>
                  </a:lnTo>
                  <a:lnTo>
                    <a:pt x="44" y="40"/>
                  </a:lnTo>
                  <a:lnTo>
                    <a:pt x="43" y="40"/>
                  </a:lnTo>
                  <a:lnTo>
                    <a:pt x="43" y="41"/>
                  </a:lnTo>
                  <a:lnTo>
                    <a:pt x="42" y="42"/>
                  </a:lnTo>
                  <a:lnTo>
                    <a:pt x="41" y="43"/>
                  </a:lnTo>
                  <a:lnTo>
                    <a:pt x="40" y="44"/>
                  </a:lnTo>
                  <a:lnTo>
                    <a:pt x="39" y="45"/>
                  </a:lnTo>
                  <a:lnTo>
                    <a:pt x="38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6" y="47"/>
                  </a:lnTo>
                  <a:lnTo>
                    <a:pt x="35" y="48"/>
                  </a:lnTo>
                  <a:lnTo>
                    <a:pt x="34" y="48"/>
                  </a:lnTo>
                  <a:lnTo>
                    <a:pt x="33" y="49"/>
                  </a:lnTo>
                  <a:lnTo>
                    <a:pt x="32" y="49"/>
                  </a:lnTo>
                  <a:lnTo>
                    <a:pt x="31" y="49"/>
                  </a:lnTo>
                  <a:lnTo>
                    <a:pt x="28" y="50"/>
                  </a:lnTo>
                  <a:lnTo>
                    <a:pt x="27" y="50"/>
                  </a:lnTo>
                  <a:lnTo>
                    <a:pt x="24" y="49"/>
                  </a:lnTo>
                  <a:lnTo>
                    <a:pt x="23" y="49"/>
                  </a:lnTo>
                  <a:lnTo>
                    <a:pt x="22" y="49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8" y="45"/>
                  </a:lnTo>
                  <a:lnTo>
                    <a:pt x="17" y="45"/>
                  </a:lnTo>
                  <a:lnTo>
                    <a:pt x="17" y="44"/>
                  </a:lnTo>
                  <a:lnTo>
                    <a:pt x="16" y="44"/>
                  </a:lnTo>
                  <a:lnTo>
                    <a:pt x="16" y="43"/>
                  </a:lnTo>
                  <a:lnTo>
                    <a:pt x="15" y="42"/>
                  </a:lnTo>
                  <a:lnTo>
                    <a:pt x="15" y="41"/>
                  </a:lnTo>
                  <a:lnTo>
                    <a:pt x="14" y="40"/>
                  </a:lnTo>
                  <a:lnTo>
                    <a:pt x="14" y="39"/>
                  </a:lnTo>
                  <a:lnTo>
                    <a:pt x="14" y="38"/>
                  </a:lnTo>
                  <a:lnTo>
                    <a:pt x="13" y="37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2" y="27"/>
                  </a:lnTo>
                  <a:lnTo>
                    <a:pt x="47" y="27"/>
                  </a:lnTo>
                  <a:lnTo>
                    <a:pt x="47" y="23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6" y="17"/>
                  </a:lnTo>
                  <a:lnTo>
                    <a:pt x="46" y="16"/>
                  </a:lnTo>
                  <a:lnTo>
                    <a:pt x="46" y="15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5" y="12"/>
                  </a:lnTo>
                  <a:lnTo>
                    <a:pt x="44" y="12"/>
                  </a:lnTo>
                  <a:lnTo>
                    <a:pt x="44" y="11"/>
                  </a:lnTo>
                  <a:lnTo>
                    <a:pt x="43" y="10"/>
                  </a:lnTo>
                  <a:lnTo>
                    <a:pt x="43" y="9"/>
                  </a:lnTo>
                  <a:lnTo>
                    <a:pt x="42" y="9"/>
                  </a:lnTo>
                  <a:lnTo>
                    <a:pt x="42" y="8"/>
                  </a:lnTo>
                  <a:lnTo>
                    <a:pt x="41" y="7"/>
                  </a:lnTo>
                  <a:lnTo>
                    <a:pt x="40" y="6"/>
                  </a:lnTo>
                  <a:lnTo>
                    <a:pt x="39" y="5"/>
                  </a:lnTo>
                  <a:lnTo>
                    <a:pt x="38" y="4"/>
                  </a:lnTo>
                  <a:lnTo>
                    <a:pt x="37" y="4"/>
                  </a:lnTo>
                  <a:lnTo>
                    <a:pt x="37" y="3"/>
                  </a:lnTo>
                  <a:lnTo>
                    <a:pt x="36" y="3"/>
                  </a:lnTo>
                  <a:lnTo>
                    <a:pt x="35" y="2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0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09" name="Freeform 36"/>
            <p:cNvSpPr>
              <a:spLocks/>
            </p:cNvSpPr>
            <p:nvPr userDrawn="1"/>
          </p:nvSpPr>
          <p:spPr bwMode="auto">
            <a:xfrm>
              <a:off x="5636" y="1394"/>
              <a:ext cx="163" cy="447"/>
            </a:xfrm>
            <a:custGeom>
              <a:avLst/>
              <a:gdLst>
                <a:gd name="T0" fmla="*/ 6 w 27"/>
                <a:gd name="T1" fmla="*/ 0 h 75"/>
                <a:gd name="T2" fmla="*/ 0 w 27"/>
                <a:gd name="T3" fmla="*/ 0 h 75"/>
                <a:gd name="T4" fmla="*/ 0 w 27"/>
                <a:gd name="T5" fmla="*/ 24 h 75"/>
                <a:gd name="T6" fmla="*/ 24 w 27"/>
                <a:gd name="T7" fmla="*/ 30 h 75"/>
                <a:gd name="T8" fmla="*/ 30 w 27"/>
                <a:gd name="T9" fmla="*/ 30 h 75"/>
                <a:gd name="T10" fmla="*/ 36 w 27"/>
                <a:gd name="T11" fmla="*/ 30 h 75"/>
                <a:gd name="T12" fmla="*/ 36 w 27"/>
                <a:gd name="T13" fmla="*/ 36 h 75"/>
                <a:gd name="T14" fmla="*/ 42 w 27"/>
                <a:gd name="T15" fmla="*/ 36 h 75"/>
                <a:gd name="T16" fmla="*/ 42 w 27"/>
                <a:gd name="T17" fmla="*/ 36 h 75"/>
                <a:gd name="T18" fmla="*/ 42 w 27"/>
                <a:gd name="T19" fmla="*/ 42 h 75"/>
                <a:gd name="T20" fmla="*/ 42 w 27"/>
                <a:gd name="T21" fmla="*/ 408 h 75"/>
                <a:gd name="T22" fmla="*/ 42 w 27"/>
                <a:gd name="T23" fmla="*/ 408 h 75"/>
                <a:gd name="T24" fmla="*/ 42 w 27"/>
                <a:gd name="T25" fmla="*/ 414 h 75"/>
                <a:gd name="T26" fmla="*/ 36 w 27"/>
                <a:gd name="T27" fmla="*/ 414 h 75"/>
                <a:gd name="T28" fmla="*/ 30 w 27"/>
                <a:gd name="T29" fmla="*/ 420 h 75"/>
                <a:gd name="T30" fmla="*/ 24 w 27"/>
                <a:gd name="T31" fmla="*/ 420 h 75"/>
                <a:gd name="T32" fmla="*/ 6 w 27"/>
                <a:gd name="T33" fmla="*/ 420 h 75"/>
                <a:gd name="T34" fmla="*/ 0 w 27"/>
                <a:gd name="T35" fmla="*/ 426 h 75"/>
                <a:gd name="T36" fmla="*/ 0 w 27"/>
                <a:gd name="T37" fmla="*/ 450 h 75"/>
                <a:gd name="T38" fmla="*/ 162 w 27"/>
                <a:gd name="T39" fmla="*/ 450 h 75"/>
                <a:gd name="T40" fmla="*/ 162 w 27"/>
                <a:gd name="T41" fmla="*/ 426 h 75"/>
                <a:gd name="T42" fmla="*/ 150 w 27"/>
                <a:gd name="T43" fmla="*/ 420 h 75"/>
                <a:gd name="T44" fmla="*/ 132 w 27"/>
                <a:gd name="T45" fmla="*/ 420 h 75"/>
                <a:gd name="T46" fmla="*/ 126 w 27"/>
                <a:gd name="T47" fmla="*/ 420 h 75"/>
                <a:gd name="T48" fmla="*/ 120 w 27"/>
                <a:gd name="T49" fmla="*/ 414 h 75"/>
                <a:gd name="T50" fmla="*/ 120 w 27"/>
                <a:gd name="T51" fmla="*/ 414 h 75"/>
                <a:gd name="T52" fmla="*/ 114 w 27"/>
                <a:gd name="T53" fmla="*/ 408 h 75"/>
                <a:gd name="T54" fmla="*/ 114 w 27"/>
                <a:gd name="T55" fmla="*/ 408 h 75"/>
                <a:gd name="T56" fmla="*/ 114 w 27"/>
                <a:gd name="T57" fmla="*/ 0 h 75"/>
                <a:gd name="T58" fmla="*/ 66 w 27"/>
                <a:gd name="T59" fmla="*/ 0 h 75"/>
                <a:gd name="T60" fmla="*/ 6 w 27"/>
                <a:gd name="T61" fmla="*/ 0 h 7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7" h="75">
                  <a:moveTo>
                    <a:pt x="1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4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68"/>
                  </a:lnTo>
                  <a:lnTo>
                    <a:pt x="7" y="69"/>
                  </a:lnTo>
                  <a:lnTo>
                    <a:pt x="6" y="69"/>
                  </a:lnTo>
                  <a:lnTo>
                    <a:pt x="5" y="70"/>
                  </a:lnTo>
                  <a:lnTo>
                    <a:pt x="4" y="70"/>
                  </a:lnTo>
                  <a:lnTo>
                    <a:pt x="1" y="70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27" y="75"/>
                  </a:lnTo>
                  <a:lnTo>
                    <a:pt x="27" y="71"/>
                  </a:lnTo>
                  <a:lnTo>
                    <a:pt x="25" y="70"/>
                  </a:lnTo>
                  <a:lnTo>
                    <a:pt x="22" y="70"/>
                  </a:lnTo>
                  <a:lnTo>
                    <a:pt x="21" y="70"/>
                  </a:lnTo>
                  <a:lnTo>
                    <a:pt x="20" y="69"/>
                  </a:lnTo>
                  <a:lnTo>
                    <a:pt x="19" y="68"/>
                  </a:lnTo>
                  <a:lnTo>
                    <a:pt x="19" y="0"/>
                  </a:lnTo>
                  <a:lnTo>
                    <a:pt x="1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10" name="Freeform 37"/>
            <p:cNvSpPr>
              <a:spLocks/>
            </p:cNvSpPr>
            <p:nvPr userDrawn="1"/>
          </p:nvSpPr>
          <p:spPr bwMode="auto">
            <a:xfrm>
              <a:off x="1105" y="1523"/>
              <a:ext cx="287" cy="323"/>
            </a:xfrm>
            <a:custGeom>
              <a:avLst/>
              <a:gdLst>
                <a:gd name="T0" fmla="*/ 108 w 48"/>
                <a:gd name="T1" fmla="*/ 12 h 54"/>
                <a:gd name="T2" fmla="*/ 84 w 48"/>
                <a:gd name="T3" fmla="*/ 18 h 54"/>
                <a:gd name="T4" fmla="*/ 72 w 48"/>
                <a:gd name="T5" fmla="*/ 30 h 54"/>
                <a:gd name="T6" fmla="*/ 54 w 48"/>
                <a:gd name="T7" fmla="*/ 42 h 54"/>
                <a:gd name="T8" fmla="*/ 48 w 48"/>
                <a:gd name="T9" fmla="*/ 48 h 54"/>
                <a:gd name="T10" fmla="*/ 36 w 48"/>
                <a:gd name="T11" fmla="*/ 60 h 54"/>
                <a:gd name="T12" fmla="*/ 24 w 48"/>
                <a:gd name="T13" fmla="*/ 72 h 54"/>
                <a:gd name="T14" fmla="*/ 18 w 48"/>
                <a:gd name="T15" fmla="*/ 90 h 54"/>
                <a:gd name="T16" fmla="*/ 6 w 48"/>
                <a:gd name="T17" fmla="*/ 114 h 54"/>
                <a:gd name="T18" fmla="*/ 0 w 48"/>
                <a:gd name="T19" fmla="*/ 198 h 54"/>
                <a:gd name="T20" fmla="*/ 12 w 48"/>
                <a:gd name="T21" fmla="*/ 228 h 54"/>
                <a:gd name="T22" fmla="*/ 24 w 48"/>
                <a:gd name="T23" fmla="*/ 252 h 54"/>
                <a:gd name="T24" fmla="*/ 30 w 48"/>
                <a:gd name="T25" fmla="*/ 264 h 54"/>
                <a:gd name="T26" fmla="*/ 42 w 48"/>
                <a:gd name="T27" fmla="*/ 276 h 54"/>
                <a:gd name="T28" fmla="*/ 54 w 48"/>
                <a:gd name="T29" fmla="*/ 288 h 54"/>
                <a:gd name="T30" fmla="*/ 66 w 48"/>
                <a:gd name="T31" fmla="*/ 294 h 54"/>
                <a:gd name="T32" fmla="*/ 84 w 48"/>
                <a:gd name="T33" fmla="*/ 306 h 54"/>
                <a:gd name="T34" fmla="*/ 102 w 48"/>
                <a:gd name="T35" fmla="*/ 318 h 54"/>
                <a:gd name="T36" fmla="*/ 168 w 48"/>
                <a:gd name="T37" fmla="*/ 324 h 54"/>
                <a:gd name="T38" fmla="*/ 216 w 48"/>
                <a:gd name="T39" fmla="*/ 312 h 54"/>
                <a:gd name="T40" fmla="*/ 240 w 48"/>
                <a:gd name="T41" fmla="*/ 306 h 54"/>
                <a:gd name="T42" fmla="*/ 252 w 48"/>
                <a:gd name="T43" fmla="*/ 294 h 54"/>
                <a:gd name="T44" fmla="*/ 264 w 48"/>
                <a:gd name="T45" fmla="*/ 282 h 54"/>
                <a:gd name="T46" fmla="*/ 270 w 48"/>
                <a:gd name="T47" fmla="*/ 276 h 54"/>
                <a:gd name="T48" fmla="*/ 282 w 48"/>
                <a:gd name="T49" fmla="*/ 258 h 54"/>
                <a:gd name="T50" fmla="*/ 282 w 48"/>
                <a:gd name="T51" fmla="*/ 246 h 54"/>
                <a:gd name="T52" fmla="*/ 264 w 48"/>
                <a:gd name="T53" fmla="*/ 246 h 54"/>
                <a:gd name="T54" fmla="*/ 252 w 48"/>
                <a:gd name="T55" fmla="*/ 258 h 54"/>
                <a:gd name="T56" fmla="*/ 246 w 48"/>
                <a:gd name="T57" fmla="*/ 270 h 54"/>
                <a:gd name="T58" fmla="*/ 228 w 48"/>
                <a:gd name="T59" fmla="*/ 282 h 54"/>
                <a:gd name="T60" fmla="*/ 210 w 48"/>
                <a:gd name="T61" fmla="*/ 288 h 54"/>
                <a:gd name="T62" fmla="*/ 168 w 48"/>
                <a:gd name="T63" fmla="*/ 300 h 54"/>
                <a:gd name="T64" fmla="*/ 126 w 48"/>
                <a:gd name="T65" fmla="*/ 288 h 54"/>
                <a:gd name="T66" fmla="*/ 114 w 48"/>
                <a:gd name="T67" fmla="*/ 276 h 54"/>
                <a:gd name="T68" fmla="*/ 102 w 48"/>
                <a:gd name="T69" fmla="*/ 270 h 54"/>
                <a:gd name="T70" fmla="*/ 96 w 48"/>
                <a:gd name="T71" fmla="*/ 252 h 54"/>
                <a:gd name="T72" fmla="*/ 84 w 48"/>
                <a:gd name="T73" fmla="*/ 228 h 54"/>
                <a:gd name="T74" fmla="*/ 72 w 48"/>
                <a:gd name="T75" fmla="*/ 186 h 54"/>
                <a:gd name="T76" fmla="*/ 84 w 48"/>
                <a:gd name="T77" fmla="*/ 90 h 54"/>
                <a:gd name="T78" fmla="*/ 90 w 48"/>
                <a:gd name="T79" fmla="*/ 66 h 54"/>
                <a:gd name="T80" fmla="*/ 102 w 48"/>
                <a:gd name="T81" fmla="*/ 54 h 54"/>
                <a:gd name="T82" fmla="*/ 114 w 48"/>
                <a:gd name="T83" fmla="*/ 42 h 54"/>
                <a:gd name="T84" fmla="*/ 132 w 48"/>
                <a:gd name="T85" fmla="*/ 36 h 54"/>
                <a:gd name="T86" fmla="*/ 192 w 48"/>
                <a:gd name="T87" fmla="*/ 24 h 54"/>
                <a:gd name="T88" fmla="*/ 228 w 48"/>
                <a:gd name="T89" fmla="*/ 36 h 54"/>
                <a:gd name="T90" fmla="*/ 240 w 48"/>
                <a:gd name="T91" fmla="*/ 48 h 54"/>
                <a:gd name="T92" fmla="*/ 204 w 48"/>
                <a:gd name="T93" fmla="*/ 54 h 54"/>
                <a:gd name="T94" fmla="*/ 198 w 48"/>
                <a:gd name="T95" fmla="*/ 90 h 54"/>
                <a:gd name="T96" fmla="*/ 204 w 48"/>
                <a:gd name="T97" fmla="*/ 108 h 54"/>
                <a:gd name="T98" fmla="*/ 228 w 48"/>
                <a:gd name="T99" fmla="*/ 114 h 54"/>
                <a:gd name="T100" fmla="*/ 264 w 48"/>
                <a:gd name="T101" fmla="*/ 108 h 54"/>
                <a:gd name="T102" fmla="*/ 276 w 48"/>
                <a:gd name="T103" fmla="*/ 96 h 54"/>
                <a:gd name="T104" fmla="*/ 282 w 48"/>
                <a:gd name="T105" fmla="*/ 54 h 54"/>
                <a:gd name="T106" fmla="*/ 270 w 48"/>
                <a:gd name="T107" fmla="*/ 36 h 54"/>
                <a:gd name="T108" fmla="*/ 258 w 48"/>
                <a:gd name="T109" fmla="*/ 24 h 54"/>
                <a:gd name="T110" fmla="*/ 246 w 48"/>
                <a:gd name="T111" fmla="*/ 18 h 54"/>
                <a:gd name="T112" fmla="*/ 222 w 48"/>
                <a:gd name="T113" fmla="*/ 6 h 54"/>
                <a:gd name="T114" fmla="*/ 138 w 48"/>
                <a:gd name="T115" fmla="*/ 0 h 5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48" h="54">
                  <a:moveTo>
                    <a:pt x="23" y="0"/>
                  </a:move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5" y="3"/>
                  </a:lnTo>
                  <a:lnTo>
                    <a:pt x="14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7"/>
                  </a:lnTo>
                  <a:lnTo>
                    <a:pt x="8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8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5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0" y="48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1" y="50"/>
                  </a:lnTo>
                  <a:lnTo>
                    <a:pt x="12" y="50"/>
                  </a:lnTo>
                  <a:lnTo>
                    <a:pt x="13" y="51"/>
                  </a:lnTo>
                  <a:lnTo>
                    <a:pt x="14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7" y="53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2" y="54"/>
                  </a:lnTo>
                  <a:lnTo>
                    <a:pt x="25" y="54"/>
                  </a:lnTo>
                  <a:lnTo>
                    <a:pt x="28" y="54"/>
                  </a:lnTo>
                  <a:lnTo>
                    <a:pt x="31" y="54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2"/>
                  </a:lnTo>
                  <a:lnTo>
                    <a:pt x="37" y="52"/>
                  </a:lnTo>
                  <a:lnTo>
                    <a:pt x="38" y="51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0" y="50"/>
                  </a:lnTo>
                  <a:lnTo>
                    <a:pt x="41" y="50"/>
                  </a:lnTo>
                  <a:lnTo>
                    <a:pt x="42" y="49"/>
                  </a:lnTo>
                  <a:lnTo>
                    <a:pt x="43" y="48"/>
                  </a:lnTo>
                  <a:lnTo>
                    <a:pt x="44" y="47"/>
                  </a:lnTo>
                  <a:lnTo>
                    <a:pt x="45" y="46"/>
                  </a:lnTo>
                  <a:lnTo>
                    <a:pt x="46" y="45"/>
                  </a:lnTo>
                  <a:lnTo>
                    <a:pt x="46" y="44"/>
                  </a:lnTo>
                  <a:lnTo>
                    <a:pt x="47" y="44"/>
                  </a:lnTo>
                  <a:lnTo>
                    <a:pt x="47" y="43"/>
                  </a:lnTo>
                  <a:lnTo>
                    <a:pt x="48" y="42"/>
                  </a:lnTo>
                  <a:lnTo>
                    <a:pt x="48" y="41"/>
                  </a:lnTo>
                  <a:lnTo>
                    <a:pt x="47" y="41"/>
                  </a:lnTo>
                  <a:lnTo>
                    <a:pt x="47" y="40"/>
                  </a:lnTo>
                  <a:lnTo>
                    <a:pt x="46" y="40"/>
                  </a:lnTo>
                  <a:lnTo>
                    <a:pt x="45" y="40"/>
                  </a:lnTo>
                  <a:lnTo>
                    <a:pt x="44" y="41"/>
                  </a:lnTo>
                  <a:lnTo>
                    <a:pt x="44" y="42"/>
                  </a:lnTo>
                  <a:lnTo>
                    <a:pt x="43" y="42"/>
                  </a:lnTo>
                  <a:lnTo>
                    <a:pt x="43" y="43"/>
                  </a:lnTo>
                  <a:lnTo>
                    <a:pt x="42" y="43"/>
                  </a:lnTo>
                  <a:lnTo>
                    <a:pt x="42" y="44"/>
                  </a:lnTo>
                  <a:lnTo>
                    <a:pt x="41" y="44"/>
                  </a:lnTo>
                  <a:lnTo>
                    <a:pt x="41" y="45"/>
                  </a:lnTo>
                  <a:lnTo>
                    <a:pt x="40" y="45"/>
                  </a:lnTo>
                  <a:lnTo>
                    <a:pt x="40" y="46"/>
                  </a:lnTo>
                  <a:lnTo>
                    <a:pt x="39" y="46"/>
                  </a:lnTo>
                  <a:lnTo>
                    <a:pt x="38" y="47"/>
                  </a:lnTo>
                  <a:lnTo>
                    <a:pt x="37" y="47"/>
                  </a:lnTo>
                  <a:lnTo>
                    <a:pt x="36" y="48"/>
                  </a:lnTo>
                  <a:lnTo>
                    <a:pt x="35" y="48"/>
                  </a:lnTo>
                  <a:lnTo>
                    <a:pt x="34" y="49"/>
                  </a:lnTo>
                  <a:lnTo>
                    <a:pt x="33" y="49"/>
                  </a:lnTo>
                  <a:lnTo>
                    <a:pt x="32" y="49"/>
                  </a:lnTo>
                  <a:lnTo>
                    <a:pt x="29" y="50"/>
                  </a:lnTo>
                  <a:lnTo>
                    <a:pt x="28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3" y="49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8" y="45"/>
                  </a:lnTo>
                  <a:lnTo>
                    <a:pt x="17" y="45"/>
                  </a:lnTo>
                  <a:lnTo>
                    <a:pt x="17" y="44"/>
                  </a:lnTo>
                  <a:lnTo>
                    <a:pt x="16" y="43"/>
                  </a:lnTo>
                  <a:lnTo>
                    <a:pt x="16" y="42"/>
                  </a:lnTo>
                  <a:lnTo>
                    <a:pt x="15" y="42"/>
                  </a:lnTo>
                  <a:lnTo>
                    <a:pt x="15" y="41"/>
                  </a:lnTo>
                  <a:lnTo>
                    <a:pt x="15" y="40"/>
                  </a:lnTo>
                  <a:lnTo>
                    <a:pt x="14" y="39"/>
                  </a:lnTo>
                  <a:lnTo>
                    <a:pt x="14" y="38"/>
                  </a:lnTo>
                  <a:lnTo>
                    <a:pt x="14" y="37"/>
                  </a:lnTo>
                  <a:lnTo>
                    <a:pt x="13" y="36"/>
                  </a:lnTo>
                  <a:lnTo>
                    <a:pt x="13" y="35"/>
                  </a:lnTo>
                  <a:lnTo>
                    <a:pt x="13" y="33"/>
                  </a:lnTo>
                  <a:lnTo>
                    <a:pt x="12" y="31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3" y="17"/>
                  </a:lnTo>
                  <a:lnTo>
                    <a:pt x="13" y="16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5" y="13"/>
                  </a:lnTo>
                  <a:lnTo>
                    <a:pt x="15" y="12"/>
                  </a:lnTo>
                  <a:lnTo>
                    <a:pt x="15" y="11"/>
                  </a:lnTo>
                  <a:lnTo>
                    <a:pt x="16" y="11"/>
                  </a:lnTo>
                  <a:lnTo>
                    <a:pt x="16" y="10"/>
                  </a:lnTo>
                  <a:lnTo>
                    <a:pt x="17" y="9"/>
                  </a:lnTo>
                  <a:lnTo>
                    <a:pt x="18" y="8"/>
                  </a:lnTo>
                  <a:lnTo>
                    <a:pt x="19" y="7"/>
                  </a:lnTo>
                  <a:lnTo>
                    <a:pt x="20" y="7"/>
                  </a:lnTo>
                  <a:lnTo>
                    <a:pt x="20" y="6"/>
                  </a:lnTo>
                  <a:lnTo>
                    <a:pt x="21" y="6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6" y="4"/>
                  </a:lnTo>
                  <a:lnTo>
                    <a:pt x="32" y="4"/>
                  </a:lnTo>
                  <a:lnTo>
                    <a:pt x="34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39" y="7"/>
                  </a:lnTo>
                  <a:lnTo>
                    <a:pt x="40" y="7"/>
                  </a:lnTo>
                  <a:lnTo>
                    <a:pt x="40" y="8"/>
                  </a:lnTo>
                  <a:lnTo>
                    <a:pt x="36" y="8"/>
                  </a:lnTo>
                  <a:lnTo>
                    <a:pt x="35" y="8"/>
                  </a:lnTo>
                  <a:lnTo>
                    <a:pt x="35" y="9"/>
                  </a:lnTo>
                  <a:lnTo>
                    <a:pt x="34" y="9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3" y="11"/>
                  </a:lnTo>
                  <a:lnTo>
                    <a:pt x="33" y="12"/>
                  </a:lnTo>
                  <a:lnTo>
                    <a:pt x="33" y="15"/>
                  </a:lnTo>
                  <a:lnTo>
                    <a:pt x="33" y="16"/>
                  </a:lnTo>
                  <a:lnTo>
                    <a:pt x="34" y="17"/>
                  </a:lnTo>
                  <a:lnTo>
                    <a:pt x="34" y="18"/>
                  </a:lnTo>
                  <a:lnTo>
                    <a:pt x="35" y="18"/>
                  </a:lnTo>
                  <a:lnTo>
                    <a:pt x="36" y="19"/>
                  </a:lnTo>
                  <a:lnTo>
                    <a:pt x="38" y="19"/>
                  </a:lnTo>
                  <a:lnTo>
                    <a:pt x="42" y="19"/>
                  </a:lnTo>
                  <a:lnTo>
                    <a:pt x="43" y="19"/>
                  </a:lnTo>
                  <a:lnTo>
                    <a:pt x="44" y="19"/>
                  </a:lnTo>
                  <a:lnTo>
                    <a:pt x="44" y="18"/>
                  </a:lnTo>
                  <a:lnTo>
                    <a:pt x="45" y="18"/>
                  </a:lnTo>
                  <a:lnTo>
                    <a:pt x="45" y="17"/>
                  </a:lnTo>
                  <a:lnTo>
                    <a:pt x="46" y="17"/>
                  </a:lnTo>
                  <a:lnTo>
                    <a:pt x="46" y="16"/>
                  </a:lnTo>
                  <a:lnTo>
                    <a:pt x="47" y="15"/>
                  </a:lnTo>
                  <a:lnTo>
                    <a:pt x="47" y="13"/>
                  </a:lnTo>
                  <a:lnTo>
                    <a:pt x="47" y="11"/>
                  </a:lnTo>
                  <a:lnTo>
                    <a:pt x="47" y="9"/>
                  </a:lnTo>
                  <a:lnTo>
                    <a:pt x="46" y="9"/>
                  </a:lnTo>
                  <a:lnTo>
                    <a:pt x="46" y="8"/>
                  </a:lnTo>
                  <a:lnTo>
                    <a:pt x="46" y="7"/>
                  </a:lnTo>
                  <a:lnTo>
                    <a:pt x="45" y="7"/>
                  </a:lnTo>
                  <a:lnTo>
                    <a:pt x="45" y="6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3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8" y="2"/>
                  </a:lnTo>
                  <a:lnTo>
                    <a:pt x="38" y="1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5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11" name="Freeform 38"/>
            <p:cNvSpPr>
              <a:spLocks/>
            </p:cNvSpPr>
            <p:nvPr userDrawn="1"/>
          </p:nvSpPr>
          <p:spPr bwMode="auto">
            <a:xfrm>
              <a:off x="3246" y="1523"/>
              <a:ext cx="253" cy="318"/>
            </a:xfrm>
            <a:custGeom>
              <a:avLst/>
              <a:gdLst>
                <a:gd name="T0" fmla="*/ 162 w 42"/>
                <a:gd name="T1" fmla="*/ 6 h 53"/>
                <a:gd name="T2" fmla="*/ 156 w 42"/>
                <a:gd name="T3" fmla="*/ 12 h 53"/>
                <a:gd name="T4" fmla="*/ 144 w 42"/>
                <a:gd name="T5" fmla="*/ 18 h 53"/>
                <a:gd name="T6" fmla="*/ 138 w 42"/>
                <a:gd name="T7" fmla="*/ 24 h 53"/>
                <a:gd name="T8" fmla="*/ 132 w 42"/>
                <a:gd name="T9" fmla="*/ 30 h 53"/>
                <a:gd name="T10" fmla="*/ 126 w 42"/>
                <a:gd name="T11" fmla="*/ 42 h 53"/>
                <a:gd name="T12" fmla="*/ 120 w 42"/>
                <a:gd name="T13" fmla="*/ 54 h 53"/>
                <a:gd name="T14" fmla="*/ 114 w 42"/>
                <a:gd name="T15" fmla="*/ 66 h 53"/>
                <a:gd name="T16" fmla="*/ 108 w 42"/>
                <a:gd name="T17" fmla="*/ 84 h 53"/>
                <a:gd name="T18" fmla="*/ 12 w 42"/>
                <a:gd name="T19" fmla="*/ 6 h 53"/>
                <a:gd name="T20" fmla="*/ 24 w 42"/>
                <a:gd name="T21" fmla="*/ 36 h 53"/>
                <a:gd name="T22" fmla="*/ 42 w 42"/>
                <a:gd name="T23" fmla="*/ 42 h 53"/>
                <a:gd name="T24" fmla="*/ 48 w 42"/>
                <a:gd name="T25" fmla="*/ 54 h 53"/>
                <a:gd name="T26" fmla="*/ 42 w 42"/>
                <a:gd name="T27" fmla="*/ 282 h 53"/>
                <a:gd name="T28" fmla="*/ 36 w 42"/>
                <a:gd name="T29" fmla="*/ 288 h 53"/>
                <a:gd name="T30" fmla="*/ 0 w 42"/>
                <a:gd name="T31" fmla="*/ 294 h 53"/>
                <a:gd name="T32" fmla="*/ 174 w 42"/>
                <a:gd name="T33" fmla="*/ 294 h 53"/>
                <a:gd name="T34" fmla="*/ 138 w 42"/>
                <a:gd name="T35" fmla="*/ 288 h 53"/>
                <a:gd name="T36" fmla="*/ 126 w 42"/>
                <a:gd name="T37" fmla="*/ 282 h 53"/>
                <a:gd name="T38" fmla="*/ 120 w 42"/>
                <a:gd name="T39" fmla="*/ 270 h 53"/>
                <a:gd name="T40" fmla="*/ 114 w 42"/>
                <a:gd name="T41" fmla="*/ 204 h 53"/>
                <a:gd name="T42" fmla="*/ 120 w 42"/>
                <a:gd name="T43" fmla="*/ 138 h 53"/>
                <a:gd name="T44" fmla="*/ 126 w 42"/>
                <a:gd name="T45" fmla="*/ 108 h 53"/>
                <a:gd name="T46" fmla="*/ 132 w 42"/>
                <a:gd name="T47" fmla="*/ 90 h 53"/>
                <a:gd name="T48" fmla="*/ 138 w 42"/>
                <a:gd name="T49" fmla="*/ 72 h 53"/>
                <a:gd name="T50" fmla="*/ 144 w 42"/>
                <a:gd name="T51" fmla="*/ 60 h 53"/>
                <a:gd name="T52" fmla="*/ 150 w 42"/>
                <a:gd name="T53" fmla="*/ 48 h 53"/>
                <a:gd name="T54" fmla="*/ 156 w 42"/>
                <a:gd name="T55" fmla="*/ 42 h 53"/>
                <a:gd name="T56" fmla="*/ 162 w 42"/>
                <a:gd name="T57" fmla="*/ 36 h 53"/>
                <a:gd name="T58" fmla="*/ 174 w 42"/>
                <a:gd name="T59" fmla="*/ 30 h 53"/>
                <a:gd name="T60" fmla="*/ 192 w 42"/>
                <a:gd name="T61" fmla="*/ 24 h 53"/>
                <a:gd name="T62" fmla="*/ 186 w 42"/>
                <a:gd name="T63" fmla="*/ 36 h 53"/>
                <a:gd name="T64" fmla="*/ 186 w 42"/>
                <a:gd name="T65" fmla="*/ 66 h 53"/>
                <a:gd name="T66" fmla="*/ 192 w 42"/>
                <a:gd name="T67" fmla="*/ 72 h 53"/>
                <a:gd name="T68" fmla="*/ 204 w 42"/>
                <a:gd name="T69" fmla="*/ 78 h 53"/>
                <a:gd name="T70" fmla="*/ 234 w 42"/>
                <a:gd name="T71" fmla="*/ 78 h 53"/>
                <a:gd name="T72" fmla="*/ 246 w 42"/>
                <a:gd name="T73" fmla="*/ 72 h 53"/>
                <a:gd name="T74" fmla="*/ 252 w 42"/>
                <a:gd name="T75" fmla="*/ 60 h 53"/>
                <a:gd name="T76" fmla="*/ 252 w 42"/>
                <a:gd name="T77" fmla="*/ 30 h 53"/>
                <a:gd name="T78" fmla="*/ 246 w 42"/>
                <a:gd name="T79" fmla="*/ 18 h 53"/>
                <a:gd name="T80" fmla="*/ 240 w 42"/>
                <a:gd name="T81" fmla="*/ 12 h 53"/>
                <a:gd name="T82" fmla="*/ 228 w 42"/>
                <a:gd name="T83" fmla="*/ 6 h 53"/>
                <a:gd name="T84" fmla="*/ 216 w 42"/>
                <a:gd name="T85" fmla="*/ 0 h 5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2" h="53">
                  <a:moveTo>
                    <a:pt x="29" y="0"/>
                  </a:moveTo>
                  <a:lnTo>
                    <a:pt x="28" y="1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5" y="3"/>
                  </a:lnTo>
                  <a:lnTo>
                    <a:pt x="24" y="3"/>
                  </a:lnTo>
                  <a:lnTo>
                    <a:pt x="24" y="4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2" y="5"/>
                  </a:lnTo>
                  <a:lnTo>
                    <a:pt x="22" y="6"/>
                  </a:lnTo>
                  <a:lnTo>
                    <a:pt x="21" y="7"/>
                  </a:lnTo>
                  <a:lnTo>
                    <a:pt x="21" y="8"/>
                  </a:lnTo>
                  <a:lnTo>
                    <a:pt x="20" y="9"/>
                  </a:lnTo>
                  <a:lnTo>
                    <a:pt x="20" y="10"/>
                  </a:lnTo>
                  <a:lnTo>
                    <a:pt x="19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"/>
                  </a:lnTo>
                  <a:lnTo>
                    <a:pt x="11" y="1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5"/>
                  </a:lnTo>
                  <a:lnTo>
                    <a:pt x="4" y="6"/>
                  </a:lnTo>
                  <a:lnTo>
                    <a:pt x="6" y="6"/>
                  </a:lnTo>
                  <a:lnTo>
                    <a:pt x="7" y="7"/>
                  </a:lnTo>
                  <a:lnTo>
                    <a:pt x="8" y="8"/>
                  </a:lnTo>
                  <a:lnTo>
                    <a:pt x="8" y="9"/>
                  </a:lnTo>
                  <a:lnTo>
                    <a:pt x="8" y="45"/>
                  </a:lnTo>
                  <a:lnTo>
                    <a:pt x="8" y="46"/>
                  </a:lnTo>
                  <a:lnTo>
                    <a:pt x="7" y="47"/>
                  </a:lnTo>
                  <a:lnTo>
                    <a:pt x="6" y="48"/>
                  </a:lnTo>
                  <a:lnTo>
                    <a:pt x="5" y="48"/>
                  </a:lnTo>
                  <a:lnTo>
                    <a:pt x="2" y="48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9" y="53"/>
                  </a:lnTo>
                  <a:lnTo>
                    <a:pt x="29" y="49"/>
                  </a:lnTo>
                  <a:lnTo>
                    <a:pt x="27" y="48"/>
                  </a:lnTo>
                  <a:lnTo>
                    <a:pt x="24" y="48"/>
                  </a:lnTo>
                  <a:lnTo>
                    <a:pt x="23" y="48"/>
                  </a:lnTo>
                  <a:lnTo>
                    <a:pt x="22" y="47"/>
                  </a:lnTo>
                  <a:lnTo>
                    <a:pt x="21" y="47"/>
                  </a:lnTo>
                  <a:lnTo>
                    <a:pt x="21" y="46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0" y="44"/>
                  </a:lnTo>
                  <a:lnTo>
                    <a:pt x="19" y="41"/>
                  </a:lnTo>
                  <a:lnTo>
                    <a:pt x="19" y="34"/>
                  </a:lnTo>
                  <a:lnTo>
                    <a:pt x="20" y="29"/>
                  </a:lnTo>
                  <a:lnTo>
                    <a:pt x="20" y="26"/>
                  </a:lnTo>
                  <a:lnTo>
                    <a:pt x="20" y="23"/>
                  </a:lnTo>
                  <a:lnTo>
                    <a:pt x="21" y="21"/>
                  </a:lnTo>
                  <a:lnTo>
                    <a:pt x="21" y="20"/>
                  </a:lnTo>
                  <a:lnTo>
                    <a:pt x="21" y="18"/>
                  </a:lnTo>
                  <a:lnTo>
                    <a:pt x="22" y="17"/>
                  </a:lnTo>
                  <a:lnTo>
                    <a:pt x="22" y="16"/>
                  </a:lnTo>
                  <a:lnTo>
                    <a:pt x="22" y="15"/>
                  </a:lnTo>
                  <a:lnTo>
                    <a:pt x="23" y="14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4" y="11"/>
                  </a:lnTo>
                  <a:lnTo>
                    <a:pt x="24" y="10"/>
                  </a:lnTo>
                  <a:lnTo>
                    <a:pt x="25" y="9"/>
                  </a:lnTo>
                  <a:lnTo>
                    <a:pt x="25" y="8"/>
                  </a:lnTo>
                  <a:lnTo>
                    <a:pt x="26" y="8"/>
                  </a:lnTo>
                  <a:lnTo>
                    <a:pt x="26" y="7"/>
                  </a:lnTo>
                  <a:lnTo>
                    <a:pt x="27" y="7"/>
                  </a:lnTo>
                  <a:lnTo>
                    <a:pt x="27" y="6"/>
                  </a:lnTo>
                  <a:lnTo>
                    <a:pt x="28" y="6"/>
                  </a:lnTo>
                  <a:lnTo>
                    <a:pt x="28" y="5"/>
                  </a:lnTo>
                  <a:lnTo>
                    <a:pt x="29" y="5"/>
                  </a:lnTo>
                  <a:lnTo>
                    <a:pt x="30" y="4"/>
                  </a:lnTo>
                  <a:lnTo>
                    <a:pt x="32" y="4"/>
                  </a:lnTo>
                  <a:lnTo>
                    <a:pt x="32" y="5"/>
                  </a:lnTo>
                  <a:lnTo>
                    <a:pt x="31" y="5"/>
                  </a:lnTo>
                  <a:lnTo>
                    <a:pt x="31" y="6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31" y="12"/>
                  </a:lnTo>
                  <a:lnTo>
                    <a:pt x="32" y="12"/>
                  </a:lnTo>
                  <a:lnTo>
                    <a:pt x="32" y="13"/>
                  </a:lnTo>
                  <a:lnTo>
                    <a:pt x="33" y="13"/>
                  </a:lnTo>
                  <a:lnTo>
                    <a:pt x="34" y="13"/>
                  </a:lnTo>
                  <a:lnTo>
                    <a:pt x="38" y="13"/>
                  </a:lnTo>
                  <a:lnTo>
                    <a:pt x="39" y="13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1" y="11"/>
                  </a:lnTo>
                  <a:lnTo>
                    <a:pt x="42" y="10"/>
                  </a:lnTo>
                  <a:lnTo>
                    <a:pt x="42" y="9"/>
                  </a:lnTo>
                  <a:lnTo>
                    <a:pt x="42" y="6"/>
                  </a:lnTo>
                  <a:lnTo>
                    <a:pt x="42" y="5"/>
                  </a:lnTo>
                  <a:lnTo>
                    <a:pt x="41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9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12" name="Freeform 39"/>
            <p:cNvSpPr>
              <a:spLocks/>
            </p:cNvSpPr>
            <p:nvPr userDrawn="1"/>
          </p:nvSpPr>
          <p:spPr bwMode="auto">
            <a:xfrm>
              <a:off x="2706" y="1428"/>
              <a:ext cx="215" cy="418"/>
            </a:xfrm>
            <a:custGeom>
              <a:avLst/>
              <a:gdLst>
                <a:gd name="T0" fmla="*/ 78 w 36"/>
                <a:gd name="T1" fmla="*/ 18 h 70"/>
                <a:gd name="T2" fmla="*/ 78 w 36"/>
                <a:gd name="T3" fmla="*/ 36 h 70"/>
                <a:gd name="T4" fmla="*/ 72 w 36"/>
                <a:gd name="T5" fmla="*/ 48 h 70"/>
                <a:gd name="T6" fmla="*/ 66 w 36"/>
                <a:gd name="T7" fmla="*/ 60 h 70"/>
                <a:gd name="T8" fmla="*/ 66 w 36"/>
                <a:gd name="T9" fmla="*/ 72 h 70"/>
                <a:gd name="T10" fmla="*/ 60 w 36"/>
                <a:gd name="T11" fmla="*/ 78 h 70"/>
                <a:gd name="T12" fmla="*/ 54 w 36"/>
                <a:gd name="T13" fmla="*/ 84 h 70"/>
                <a:gd name="T14" fmla="*/ 54 w 36"/>
                <a:gd name="T15" fmla="*/ 84 h 70"/>
                <a:gd name="T16" fmla="*/ 48 w 36"/>
                <a:gd name="T17" fmla="*/ 90 h 70"/>
                <a:gd name="T18" fmla="*/ 42 w 36"/>
                <a:gd name="T19" fmla="*/ 96 h 70"/>
                <a:gd name="T20" fmla="*/ 30 w 36"/>
                <a:gd name="T21" fmla="*/ 96 h 70"/>
                <a:gd name="T22" fmla="*/ 0 w 36"/>
                <a:gd name="T23" fmla="*/ 102 h 70"/>
                <a:gd name="T24" fmla="*/ 0 w 36"/>
                <a:gd name="T25" fmla="*/ 126 h 70"/>
                <a:gd name="T26" fmla="*/ 48 w 36"/>
                <a:gd name="T27" fmla="*/ 354 h 70"/>
                <a:gd name="T28" fmla="*/ 48 w 36"/>
                <a:gd name="T29" fmla="*/ 372 h 70"/>
                <a:gd name="T30" fmla="*/ 54 w 36"/>
                <a:gd name="T31" fmla="*/ 384 h 70"/>
                <a:gd name="T32" fmla="*/ 60 w 36"/>
                <a:gd name="T33" fmla="*/ 390 h 70"/>
                <a:gd name="T34" fmla="*/ 60 w 36"/>
                <a:gd name="T35" fmla="*/ 396 h 70"/>
                <a:gd name="T36" fmla="*/ 66 w 36"/>
                <a:gd name="T37" fmla="*/ 402 h 70"/>
                <a:gd name="T38" fmla="*/ 72 w 36"/>
                <a:gd name="T39" fmla="*/ 408 h 70"/>
                <a:gd name="T40" fmla="*/ 78 w 36"/>
                <a:gd name="T41" fmla="*/ 408 h 70"/>
                <a:gd name="T42" fmla="*/ 84 w 36"/>
                <a:gd name="T43" fmla="*/ 414 h 70"/>
                <a:gd name="T44" fmla="*/ 102 w 36"/>
                <a:gd name="T45" fmla="*/ 420 h 70"/>
                <a:gd name="T46" fmla="*/ 138 w 36"/>
                <a:gd name="T47" fmla="*/ 420 h 70"/>
                <a:gd name="T48" fmla="*/ 162 w 36"/>
                <a:gd name="T49" fmla="*/ 414 h 70"/>
                <a:gd name="T50" fmla="*/ 174 w 36"/>
                <a:gd name="T51" fmla="*/ 414 h 70"/>
                <a:gd name="T52" fmla="*/ 180 w 36"/>
                <a:gd name="T53" fmla="*/ 408 h 70"/>
                <a:gd name="T54" fmla="*/ 186 w 36"/>
                <a:gd name="T55" fmla="*/ 402 h 70"/>
                <a:gd name="T56" fmla="*/ 192 w 36"/>
                <a:gd name="T57" fmla="*/ 402 h 70"/>
                <a:gd name="T58" fmla="*/ 198 w 36"/>
                <a:gd name="T59" fmla="*/ 396 h 70"/>
                <a:gd name="T60" fmla="*/ 198 w 36"/>
                <a:gd name="T61" fmla="*/ 390 h 70"/>
                <a:gd name="T62" fmla="*/ 204 w 36"/>
                <a:gd name="T63" fmla="*/ 384 h 70"/>
                <a:gd name="T64" fmla="*/ 210 w 36"/>
                <a:gd name="T65" fmla="*/ 372 h 70"/>
                <a:gd name="T66" fmla="*/ 210 w 36"/>
                <a:gd name="T67" fmla="*/ 354 h 70"/>
                <a:gd name="T68" fmla="*/ 216 w 36"/>
                <a:gd name="T69" fmla="*/ 312 h 70"/>
                <a:gd name="T70" fmla="*/ 192 w 36"/>
                <a:gd name="T71" fmla="*/ 348 h 70"/>
                <a:gd name="T72" fmla="*/ 186 w 36"/>
                <a:gd name="T73" fmla="*/ 366 h 70"/>
                <a:gd name="T74" fmla="*/ 180 w 36"/>
                <a:gd name="T75" fmla="*/ 372 h 70"/>
                <a:gd name="T76" fmla="*/ 180 w 36"/>
                <a:gd name="T77" fmla="*/ 378 h 70"/>
                <a:gd name="T78" fmla="*/ 174 w 36"/>
                <a:gd name="T79" fmla="*/ 384 h 70"/>
                <a:gd name="T80" fmla="*/ 168 w 36"/>
                <a:gd name="T81" fmla="*/ 390 h 70"/>
                <a:gd name="T82" fmla="*/ 156 w 36"/>
                <a:gd name="T83" fmla="*/ 390 h 70"/>
                <a:gd name="T84" fmla="*/ 144 w 36"/>
                <a:gd name="T85" fmla="*/ 396 h 70"/>
                <a:gd name="T86" fmla="*/ 126 w 36"/>
                <a:gd name="T87" fmla="*/ 390 h 70"/>
                <a:gd name="T88" fmla="*/ 120 w 36"/>
                <a:gd name="T89" fmla="*/ 384 h 70"/>
                <a:gd name="T90" fmla="*/ 114 w 36"/>
                <a:gd name="T91" fmla="*/ 378 h 70"/>
                <a:gd name="T92" fmla="*/ 108 w 36"/>
                <a:gd name="T93" fmla="*/ 126 h 70"/>
                <a:gd name="T94" fmla="*/ 204 w 36"/>
                <a:gd name="T95" fmla="*/ 102 h 70"/>
                <a:gd name="T96" fmla="*/ 108 w 36"/>
                <a:gd name="T97" fmla="*/ 0 h 70"/>
                <a:gd name="T98" fmla="*/ 84 w 36"/>
                <a:gd name="T99" fmla="*/ 6 h 7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36" h="70">
                  <a:moveTo>
                    <a:pt x="14" y="1"/>
                  </a:moveTo>
                  <a:lnTo>
                    <a:pt x="13" y="3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2" y="7"/>
                  </a:lnTo>
                  <a:lnTo>
                    <a:pt x="12" y="8"/>
                  </a:lnTo>
                  <a:lnTo>
                    <a:pt x="12" y="9"/>
                  </a:lnTo>
                  <a:lnTo>
                    <a:pt x="11" y="10"/>
                  </a:lnTo>
                  <a:lnTo>
                    <a:pt x="11" y="11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9" y="14"/>
                  </a:lnTo>
                  <a:lnTo>
                    <a:pt x="8" y="15"/>
                  </a:lnTo>
                  <a:lnTo>
                    <a:pt x="7" y="15"/>
                  </a:lnTo>
                  <a:lnTo>
                    <a:pt x="7" y="16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8" y="21"/>
                  </a:lnTo>
                  <a:lnTo>
                    <a:pt x="8" y="59"/>
                  </a:lnTo>
                  <a:lnTo>
                    <a:pt x="8" y="61"/>
                  </a:lnTo>
                  <a:lnTo>
                    <a:pt x="8" y="62"/>
                  </a:lnTo>
                  <a:lnTo>
                    <a:pt x="9" y="63"/>
                  </a:lnTo>
                  <a:lnTo>
                    <a:pt x="9" y="64"/>
                  </a:lnTo>
                  <a:lnTo>
                    <a:pt x="9" y="65"/>
                  </a:lnTo>
                  <a:lnTo>
                    <a:pt x="10" y="65"/>
                  </a:lnTo>
                  <a:lnTo>
                    <a:pt x="10" y="66"/>
                  </a:lnTo>
                  <a:lnTo>
                    <a:pt x="11" y="67"/>
                  </a:lnTo>
                  <a:lnTo>
                    <a:pt x="12" y="68"/>
                  </a:lnTo>
                  <a:lnTo>
                    <a:pt x="13" y="68"/>
                  </a:lnTo>
                  <a:lnTo>
                    <a:pt x="14" y="69"/>
                  </a:lnTo>
                  <a:lnTo>
                    <a:pt x="15" y="69"/>
                  </a:lnTo>
                  <a:lnTo>
                    <a:pt x="17" y="70"/>
                  </a:lnTo>
                  <a:lnTo>
                    <a:pt x="20" y="70"/>
                  </a:lnTo>
                  <a:lnTo>
                    <a:pt x="23" y="70"/>
                  </a:lnTo>
                  <a:lnTo>
                    <a:pt x="26" y="70"/>
                  </a:lnTo>
                  <a:lnTo>
                    <a:pt x="27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68"/>
                  </a:lnTo>
                  <a:lnTo>
                    <a:pt x="31" y="68"/>
                  </a:lnTo>
                  <a:lnTo>
                    <a:pt x="31" y="67"/>
                  </a:lnTo>
                  <a:lnTo>
                    <a:pt x="32" y="67"/>
                  </a:lnTo>
                  <a:lnTo>
                    <a:pt x="32" y="66"/>
                  </a:lnTo>
                  <a:lnTo>
                    <a:pt x="33" y="66"/>
                  </a:lnTo>
                  <a:lnTo>
                    <a:pt x="33" y="65"/>
                  </a:lnTo>
                  <a:lnTo>
                    <a:pt x="34" y="64"/>
                  </a:lnTo>
                  <a:lnTo>
                    <a:pt x="34" y="63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59"/>
                  </a:lnTo>
                  <a:lnTo>
                    <a:pt x="36" y="56"/>
                  </a:lnTo>
                  <a:lnTo>
                    <a:pt x="36" y="52"/>
                  </a:lnTo>
                  <a:lnTo>
                    <a:pt x="32" y="52"/>
                  </a:lnTo>
                  <a:lnTo>
                    <a:pt x="32" y="58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1" y="62"/>
                  </a:lnTo>
                  <a:lnTo>
                    <a:pt x="30" y="62"/>
                  </a:lnTo>
                  <a:lnTo>
                    <a:pt x="30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7" y="65"/>
                  </a:lnTo>
                  <a:lnTo>
                    <a:pt x="26" y="65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5"/>
                  </a:lnTo>
                  <a:lnTo>
                    <a:pt x="20" y="65"/>
                  </a:lnTo>
                  <a:lnTo>
                    <a:pt x="20" y="64"/>
                  </a:lnTo>
                  <a:lnTo>
                    <a:pt x="19" y="64"/>
                  </a:lnTo>
                  <a:lnTo>
                    <a:pt x="19" y="63"/>
                  </a:lnTo>
                  <a:lnTo>
                    <a:pt x="19" y="62"/>
                  </a:lnTo>
                  <a:lnTo>
                    <a:pt x="18" y="21"/>
                  </a:lnTo>
                  <a:lnTo>
                    <a:pt x="34" y="21"/>
                  </a:lnTo>
                  <a:lnTo>
                    <a:pt x="34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13" name="Freeform 40"/>
            <p:cNvSpPr>
              <a:spLocks/>
            </p:cNvSpPr>
            <p:nvPr userDrawn="1"/>
          </p:nvSpPr>
          <p:spPr bwMode="auto">
            <a:xfrm>
              <a:off x="1411" y="1428"/>
              <a:ext cx="215" cy="418"/>
            </a:xfrm>
            <a:custGeom>
              <a:avLst/>
              <a:gdLst>
                <a:gd name="T0" fmla="*/ 78 w 36"/>
                <a:gd name="T1" fmla="*/ 18 h 70"/>
                <a:gd name="T2" fmla="*/ 78 w 36"/>
                <a:gd name="T3" fmla="*/ 36 h 70"/>
                <a:gd name="T4" fmla="*/ 72 w 36"/>
                <a:gd name="T5" fmla="*/ 48 h 70"/>
                <a:gd name="T6" fmla="*/ 66 w 36"/>
                <a:gd name="T7" fmla="*/ 60 h 70"/>
                <a:gd name="T8" fmla="*/ 66 w 36"/>
                <a:gd name="T9" fmla="*/ 72 h 70"/>
                <a:gd name="T10" fmla="*/ 60 w 36"/>
                <a:gd name="T11" fmla="*/ 78 h 70"/>
                <a:gd name="T12" fmla="*/ 54 w 36"/>
                <a:gd name="T13" fmla="*/ 84 h 70"/>
                <a:gd name="T14" fmla="*/ 54 w 36"/>
                <a:gd name="T15" fmla="*/ 84 h 70"/>
                <a:gd name="T16" fmla="*/ 48 w 36"/>
                <a:gd name="T17" fmla="*/ 90 h 70"/>
                <a:gd name="T18" fmla="*/ 42 w 36"/>
                <a:gd name="T19" fmla="*/ 96 h 70"/>
                <a:gd name="T20" fmla="*/ 30 w 36"/>
                <a:gd name="T21" fmla="*/ 96 h 70"/>
                <a:gd name="T22" fmla="*/ 6 w 36"/>
                <a:gd name="T23" fmla="*/ 102 h 70"/>
                <a:gd name="T24" fmla="*/ 0 w 36"/>
                <a:gd name="T25" fmla="*/ 126 h 70"/>
                <a:gd name="T26" fmla="*/ 48 w 36"/>
                <a:gd name="T27" fmla="*/ 348 h 70"/>
                <a:gd name="T28" fmla="*/ 48 w 36"/>
                <a:gd name="T29" fmla="*/ 372 h 70"/>
                <a:gd name="T30" fmla="*/ 54 w 36"/>
                <a:gd name="T31" fmla="*/ 384 h 70"/>
                <a:gd name="T32" fmla="*/ 60 w 36"/>
                <a:gd name="T33" fmla="*/ 390 h 70"/>
                <a:gd name="T34" fmla="*/ 60 w 36"/>
                <a:gd name="T35" fmla="*/ 396 h 70"/>
                <a:gd name="T36" fmla="*/ 66 w 36"/>
                <a:gd name="T37" fmla="*/ 402 h 70"/>
                <a:gd name="T38" fmla="*/ 72 w 36"/>
                <a:gd name="T39" fmla="*/ 408 h 70"/>
                <a:gd name="T40" fmla="*/ 78 w 36"/>
                <a:gd name="T41" fmla="*/ 408 h 70"/>
                <a:gd name="T42" fmla="*/ 84 w 36"/>
                <a:gd name="T43" fmla="*/ 414 h 70"/>
                <a:gd name="T44" fmla="*/ 102 w 36"/>
                <a:gd name="T45" fmla="*/ 420 h 70"/>
                <a:gd name="T46" fmla="*/ 138 w 36"/>
                <a:gd name="T47" fmla="*/ 420 h 70"/>
                <a:gd name="T48" fmla="*/ 162 w 36"/>
                <a:gd name="T49" fmla="*/ 414 h 70"/>
                <a:gd name="T50" fmla="*/ 174 w 36"/>
                <a:gd name="T51" fmla="*/ 414 h 70"/>
                <a:gd name="T52" fmla="*/ 180 w 36"/>
                <a:gd name="T53" fmla="*/ 408 h 70"/>
                <a:gd name="T54" fmla="*/ 186 w 36"/>
                <a:gd name="T55" fmla="*/ 402 h 70"/>
                <a:gd name="T56" fmla="*/ 192 w 36"/>
                <a:gd name="T57" fmla="*/ 402 h 70"/>
                <a:gd name="T58" fmla="*/ 198 w 36"/>
                <a:gd name="T59" fmla="*/ 396 h 70"/>
                <a:gd name="T60" fmla="*/ 198 w 36"/>
                <a:gd name="T61" fmla="*/ 390 h 70"/>
                <a:gd name="T62" fmla="*/ 204 w 36"/>
                <a:gd name="T63" fmla="*/ 384 h 70"/>
                <a:gd name="T64" fmla="*/ 210 w 36"/>
                <a:gd name="T65" fmla="*/ 372 h 70"/>
                <a:gd name="T66" fmla="*/ 210 w 36"/>
                <a:gd name="T67" fmla="*/ 360 h 70"/>
                <a:gd name="T68" fmla="*/ 216 w 36"/>
                <a:gd name="T69" fmla="*/ 312 h 70"/>
                <a:gd name="T70" fmla="*/ 192 w 36"/>
                <a:gd name="T71" fmla="*/ 336 h 70"/>
                <a:gd name="T72" fmla="*/ 186 w 36"/>
                <a:gd name="T73" fmla="*/ 360 h 70"/>
                <a:gd name="T74" fmla="*/ 186 w 36"/>
                <a:gd name="T75" fmla="*/ 372 h 70"/>
                <a:gd name="T76" fmla="*/ 180 w 36"/>
                <a:gd name="T77" fmla="*/ 378 h 70"/>
                <a:gd name="T78" fmla="*/ 174 w 36"/>
                <a:gd name="T79" fmla="*/ 384 h 70"/>
                <a:gd name="T80" fmla="*/ 174 w 36"/>
                <a:gd name="T81" fmla="*/ 384 h 70"/>
                <a:gd name="T82" fmla="*/ 162 w 36"/>
                <a:gd name="T83" fmla="*/ 390 h 70"/>
                <a:gd name="T84" fmla="*/ 150 w 36"/>
                <a:gd name="T85" fmla="*/ 396 h 70"/>
                <a:gd name="T86" fmla="*/ 132 w 36"/>
                <a:gd name="T87" fmla="*/ 390 h 70"/>
                <a:gd name="T88" fmla="*/ 120 w 36"/>
                <a:gd name="T89" fmla="*/ 390 h 70"/>
                <a:gd name="T90" fmla="*/ 120 w 36"/>
                <a:gd name="T91" fmla="*/ 384 h 70"/>
                <a:gd name="T92" fmla="*/ 114 w 36"/>
                <a:gd name="T93" fmla="*/ 378 h 70"/>
                <a:gd name="T94" fmla="*/ 108 w 36"/>
                <a:gd name="T95" fmla="*/ 126 h 70"/>
                <a:gd name="T96" fmla="*/ 204 w 36"/>
                <a:gd name="T97" fmla="*/ 102 h 70"/>
                <a:gd name="T98" fmla="*/ 108 w 36"/>
                <a:gd name="T99" fmla="*/ 0 h 70"/>
                <a:gd name="T100" fmla="*/ 84 w 36"/>
                <a:gd name="T101" fmla="*/ 6 h 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6" h="70">
                  <a:moveTo>
                    <a:pt x="14" y="1"/>
                  </a:moveTo>
                  <a:lnTo>
                    <a:pt x="13" y="3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2" y="7"/>
                  </a:lnTo>
                  <a:lnTo>
                    <a:pt x="12" y="8"/>
                  </a:lnTo>
                  <a:lnTo>
                    <a:pt x="12" y="9"/>
                  </a:lnTo>
                  <a:lnTo>
                    <a:pt x="11" y="10"/>
                  </a:lnTo>
                  <a:lnTo>
                    <a:pt x="11" y="11"/>
                  </a:lnTo>
                  <a:lnTo>
                    <a:pt x="11" y="12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9" y="14"/>
                  </a:lnTo>
                  <a:lnTo>
                    <a:pt x="8" y="15"/>
                  </a:lnTo>
                  <a:lnTo>
                    <a:pt x="7" y="15"/>
                  </a:lnTo>
                  <a:lnTo>
                    <a:pt x="7" y="16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8" y="21"/>
                  </a:lnTo>
                  <a:lnTo>
                    <a:pt x="8" y="58"/>
                  </a:lnTo>
                  <a:lnTo>
                    <a:pt x="8" y="61"/>
                  </a:lnTo>
                  <a:lnTo>
                    <a:pt x="8" y="62"/>
                  </a:lnTo>
                  <a:lnTo>
                    <a:pt x="9" y="63"/>
                  </a:lnTo>
                  <a:lnTo>
                    <a:pt x="9" y="64"/>
                  </a:lnTo>
                  <a:lnTo>
                    <a:pt x="9" y="65"/>
                  </a:lnTo>
                  <a:lnTo>
                    <a:pt x="10" y="65"/>
                  </a:lnTo>
                  <a:lnTo>
                    <a:pt x="10" y="66"/>
                  </a:lnTo>
                  <a:lnTo>
                    <a:pt x="11" y="67"/>
                  </a:lnTo>
                  <a:lnTo>
                    <a:pt x="12" y="67"/>
                  </a:lnTo>
                  <a:lnTo>
                    <a:pt x="12" y="68"/>
                  </a:lnTo>
                  <a:lnTo>
                    <a:pt x="13" y="68"/>
                  </a:lnTo>
                  <a:lnTo>
                    <a:pt x="14" y="69"/>
                  </a:lnTo>
                  <a:lnTo>
                    <a:pt x="15" y="69"/>
                  </a:lnTo>
                  <a:lnTo>
                    <a:pt x="17" y="70"/>
                  </a:lnTo>
                  <a:lnTo>
                    <a:pt x="20" y="70"/>
                  </a:lnTo>
                  <a:lnTo>
                    <a:pt x="23" y="70"/>
                  </a:lnTo>
                  <a:lnTo>
                    <a:pt x="26" y="70"/>
                  </a:lnTo>
                  <a:lnTo>
                    <a:pt x="27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68"/>
                  </a:lnTo>
                  <a:lnTo>
                    <a:pt x="31" y="68"/>
                  </a:lnTo>
                  <a:lnTo>
                    <a:pt x="31" y="67"/>
                  </a:lnTo>
                  <a:lnTo>
                    <a:pt x="32" y="67"/>
                  </a:lnTo>
                  <a:lnTo>
                    <a:pt x="32" y="66"/>
                  </a:lnTo>
                  <a:lnTo>
                    <a:pt x="33" y="66"/>
                  </a:lnTo>
                  <a:lnTo>
                    <a:pt x="33" y="65"/>
                  </a:lnTo>
                  <a:lnTo>
                    <a:pt x="34" y="64"/>
                  </a:lnTo>
                  <a:lnTo>
                    <a:pt x="34" y="63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0"/>
                  </a:lnTo>
                  <a:lnTo>
                    <a:pt x="36" y="57"/>
                  </a:lnTo>
                  <a:lnTo>
                    <a:pt x="36" y="52"/>
                  </a:lnTo>
                  <a:lnTo>
                    <a:pt x="32" y="52"/>
                  </a:lnTo>
                  <a:lnTo>
                    <a:pt x="32" y="56"/>
                  </a:lnTo>
                  <a:lnTo>
                    <a:pt x="32" y="58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1" y="62"/>
                  </a:lnTo>
                  <a:lnTo>
                    <a:pt x="30" y="62"/>
                  </a:lnTo>
                  <a:lnTo>
                    <a:pt x="30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7" y="65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5"/>
                  </a:lnTo>
                  <a:lnTo>
                    <a:pt x="20" y="65"/>
                  </a:lnTo>
                  <a:lnTo>
                    <a:pt x="20" y="64"/>
                  </a:lnTo>
                  <a:lnTo>
                    <a:pt x="19" y="64"/>
                  </a:lnTo>
                  <a:lnTo>
                    <a:pt x="19" y="63"/>
                  </a:lnTo>
                  <a:lnTo>
                    <a:pt x="19" y="62"/>
                  </a:lnTo>
                  <a:lnTo>
                    <a:pt x="18" y="21"/>
                  </a:lnTo>
                  <a:lnTo>
                    <a:pt x="34" y="21"/>
                  </a:lnTo>
                  <a:lnTo>
                    <a:pt x="34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14" name="Freeform 41"/>
            <p:cNvSpPr>
              <a:spLocks/>
            </p:cNvSpPr>
            <p:nvPr userDrawn="1"/>
          </p:nvSpPr>
          <p:spPr bwMode="auto">
            <a:xfrm>
              <a:off x="4202" y="1428"/>
              <a:ext cx="215" cy="418"/>
            </a:xfrm>
            <a:custGeom>
              <a:avLst/>
              <a:gdLst>
                <a:gd name="T0" fmla="*/ 84 w 36"/>
                <a:gd name="T1" fmla="*/ 18 h 70"/>
                <a:gd name="T2" fmla="*/ 78 w 36"/>
                <a:gd name="T3" fmla="*/ 36 h 70"/>
                <a:gd name="T4" fmla="*/ 72 w 36"/>
                <a:gd name="T5" fmla="*/ 54 h 70"/>
                <a:gd name="T6" fmla="*/ 72 w 36"/>
                <a:gd name="T7" fmla="*/ 60 h 70"/>
                <a:gd name="T8" fmla="*/ 66 w 36"/>
                <a:gd name="T9" fmla="*/ 72 h 70"/>
                <a:gd name="T10" fmla="*/ 60 w 36"/>
                <a:gd name="T11" fmla="*/ 78 h 70"/>
                <a:gd name="T12" fmla="*/ 60 w 36"/>
                <a:gd name="T13" fmla="*/ 84 h 70"/>
                <a:gd name="T14" fmla="*/ 54 w 36"/>
                <a:gd name="T15" fmla="*/ 84 h 70"/>
                <a:gd name="T16" fmla="*/ 48 w 36"/>
                <a:gd name="T17" fmla="*/ 90 h 70"/>
                <a:gd name="T18" fmla="*/ 42 w 36"/>
                <a:gd name="T19" fmla="*/ 96 h 70"/>
                <a:gd name="T20" fmla="*/ 30 w 36"/>
                <a:gd name="T21" fmla="*/ 96 h 70"/>
                <a:gd name="T22" fmla="*/ 6 w 36"/>
                <a:gd name="T23" fmla="*/ 102 h 70"/>
                <a:gd name="T24" fmla="*/ 0 w 36"/>
                <a:gd name="T25" fmla="*/ 126 h 70"/>
                <a:gd name="T26" fmla="*/ 48 w 36"/>
                <a:gd name="T27" fmla="*/ 360 h 70"/>
                <a:gd name="T28" fmla="*/ 54 w 36"/>
                <a:gd name="T29" fmla="*/ 378 h 70"/>
                <a:gd name="T30" fmla="*/ 60 w 36"/>
                <a:gd name="T31" fmla="*/ 384 h 70"/>
                <a:gd name="T32" fmla="*/ 60 w 36"/>
                <a:gd name="T33" fmla="*/ 396 h 70"/>
                <a:gd name="T34" fmla="*/ 66 w 36"/>
                <a:gd name="T35" fmla="*/ 396 h 70"/>
                <a:gd name="T36" fmla="*/ 72 w 36"/>
                <a:gd name="T37" fmla="*/ 402 h 70"/>
                <a:gd name="T38" fmla="*/ 72 w 36"/>
                <a:gd name="T39" fmla="*/ 408 h 70"/>
                <a:gd name="T40" fmla="*/ 78 w 36"/>
                <a:gd name="T41" fmla="*/ 408 h 70"/>
                <a:gd name="T42" fmla="*/ 90 w 36"/>
                <a:gd name="T43" fmla="*/ 414 h 70"/>
                <a:gd name="T44" fmla="*/ 102 w 36"/>
                <a:gd name="T45" fmla="*/ 420 h 70"/>
                <a:gd name="T46" fmla="*/ 138 w 36"/>
                <a:gd name="T47" fmla="*/ 420 h 70"/>
                <a:gd name="T48" fmla="*/ 168 w 36"/>
                <a:gd name="T49" fmla="*/ 414 h 70"/>
                <a:gd name="T50" fmla="*/ 174 w 36"/>
                <a:gd name="T51" fmla="*/ 414 h 70"/>
                <a:gd name="T52" fmla="*/ 180 w 36"/>
                <a:gd name="T53" fmla="*/ 408 h 70"/>
                <a:gd name="T54" fmla="*/ 186 w 36"/>
                <a:gd name="T55" fmla="*/ 402 h 70"/>
                <a:gd name="T56" fmla="*/ 192 w 36"/>
                <a:gd name="T57" fmla="*/ 402 h 70"/>
                <a:gd name="T58" fmla="*/ 198 w 36"/>
                <a:gd name="T59" fmla="*/ 396 h 70"/>
                <a:gd name="T60" fmla="*/ 198 w 36"/>
                <a:gd name="T61" fmla="*/ 390 h 70"/>
                <a:gd name="T62" fmla="*/ 204 w 36"/>
                <a:gd name="T63" fmla="*/ 384 h 70"/>
                <a:gd name="T64" fmla="*/ 210 w 36"/>
                <a:gd name="T65" fmla="*/ 378 h 70"/>
                <a:gd name="T66" fmla="*/ 210 w 36"/>
                <a:gd name="T67" fmla="*/ 360 h 70"/>
                <a:gd name="T68" fmla="*/ 216 w 36"/>
                <a:gd name="T69" fmla="*/ 312 h 70"/>
                <a:gd name="T70" fmla="*/ 192 w 36"/>
                <a:gd name="T71" fmla="*/ 342 h 70"/>
                <a:gd name="T72" fmla="*/ 186 w 36"/>
                <a:gd name="T73" fmla="*/ 360 h 70"/>
                <a:gd name="T74" fmla="*/ 186 w 36"/>
                <a:gd name="T75" fmla="*/ 372 h 70"/>
                <a:gd name="T76" fmla="*/ 180 w 36"/>
                <a:gd name="T77" fmla="*/ 378 h 70"/>
                <a:gd name="T78" fmla="*/ 174 w 36"/>
                <a:gd name="T79" fmla="*/ 384 h 70"/>
                <a:gd name="T80" fmla="*/ 174 w 36"/>
                <a:gd name="T81" fmla="*/ 384 h 70"/>
                <a:gd name="T82" fmla="*/ 168 w 36"/>
                <a:gd name="T83" fmla="*/ 390 h 70"/>
                <a:gd name="T84" fmla="*/ 150 w 36"/>
                <a:gd name="T85" fmla="*/ 396 h 70"/>
                <a:gd name="T86" fmla="*/ 132 w 36"/>
                <a:gd name="T87" fmla="*/ 390 h 70"/>
                <a:gd name="T88" fmla="*/ 126 w 36"/>
                <a:gd name="T89" fmla="*/ 390 h 70"/>
                <a:gd name="T90" fmla="*/ 120 w 36"/>
                <a:gd name="T91" fmla="*/ 384 h 70"/>
                <a:gd name="T92" fmla="*/ 114 w 36"/>
                <a:gd name="T93" fmla="*/ 378 h 70"/>
                <a:gd name="T94" fmla="*/ 114 w 36"/>
                <a:gd name="T95" fmla="*/ 126 h 70"/>
                <a:gd name="T96" fmla="*/ 204 w 36"/>
                <a:gd name="T97" fmla="*/ 102 h 70"/>
                <a:gd name="T98" fmla="*/ 114 w 36"/>
                <a:gd name="T99" fmla="*/ 0 h 70"/>
                <a:gd name="T100" fmla="*/ 84 w 36"/>
                <a:gd name="T101" fmla="*/ 12 h 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6" h="70">
                  <a:moveTo>
                    <a:pt x="14" y="2"/>
                  </a:moveTo>
                  <a:lnTo>
                    <a:pt x="14" y="3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3" y="7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1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4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7" y="16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8" y="21"/>
                  </a:lnTo>
                  <a:lnTo>
                    <a:pt x="8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9" y="64"/>
                  </a:lnTo>
                  <a:lnTo>
                    <a:pt x="10" y="64"/>
                  </a:lnTo>
                  <a:lnTo>
                    <a:pt x="10" y="65"/>
                  </a:lnTo>
                  <a:lnTo>
                    <a:pt x="10" y="66"/>
                  </a:lnTo>
                  <a:lnTo>
                    <a:pt x="11" y="66"/>
                  </a:lnTo>
                  <a:lnTo>
                    <a:pt x="11" y="67"/>
                  </a:lnTo>
                  <a:lnTo>
                    <a:pt x="12" y="67"/>
                  </a:lnTo>
                  <a:lnTo>
                    <a:pt x="12" y="68"/>
                  </a:lnTo>
                  <a:lnTo>
                    <a:pt x="13" y="68"/>
                  </a:lnTo>
                  <a:lnTo>
                    <a:pt x="14" y="69"/>
                  </a:lnTo>
                  <a:lnTo>
                    <a:pt x="15" y="69"/>
                  </a:lnTo>
                  <a:lnTo>
                    <a:pt x="16" y="69"/>
                  </a:lnTo>
                  <a:lnTo>
                    <a:pt x="17" y="70"/>
                  </a:lnTo>
                  <a:lnTo>
                    <a:pt x="20" y="70"/>
                  </a:lnTo>
                  <a:lnTo>
                    <a:pt x="23" y="70"/>
                  </a:lnTo>
                  <a:lnTo>
                    <a:pt x="26" y="70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68"/>
                  </a:lnTo>
                  <a:lnTo>
                    <a:pt x="31" y="68"/>
                  </a:lnTo>
                  <a:lnTo>
                    <a:pt x="31" y="67"/>
                  </a:lnTo>
                  <a:lnTo>
                    <a:pt x="32" y="67"/>
                  </a:lnTo>
                  <a:lnTo>
                    <a:pt x="32" y="66"/>
                  </a:lnTo>
                  <a:lnTo>
                    <a:pt x="33" y="66"/>
                  </a:lnTo>
                  <a:lnTo>
                    <a:pt x="33" y="65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3"/>
                  </a:lnTo>
                  <a:lnTo>
                    <a:pt x="35" y="63"/>
                  </a:lnTo>
                  <a:lnTo>
                    <a:pt x="35" y="62"/>
                  </a:lnTo>
                  <a:lnTo>
                    <a:pt x="35" y="60"/>
                  </a:lnTo>
                  <a:lnTo>
                    <a:pt x="36" y="58"/>
                  </a:lnTo>
                  <a:lnTo>
                    <a:pt x="36" y="52"/>
                  </a:lnTo>
                  <a:lnTo>
                    <a:pt x="32" y="52"/>
                  </a:lnTo>
                  <a:lnTo>
                    <a:pt x="32" y="57"/>
                  </a:lnTo>
                  <a:lnTo>
                    <a:pt x="32" y="59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1" y="62"/>
                  </a:lnTo>
                  <a:lnTo>
                    <a:pt x="30" y="62"/>
                  </a:lnTo>
                  <a:lnTo>
                    <a:pt x="30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7" y="65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5"/>
                  </a:lnTo>
                  <a:lnTo>
                    <a:pt x="20" y="64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9" y="61"/>
                  </a:lnTo>
                  <a:lnTo>
                    <a:pt x="19" y="21"/>
                  </a:lnTo>
                  <a:lnTo>
                    <a:pt x="34" y="21"/>
                  </a:lnTo>
                  <a:lnTo>
                    <a:pt x="34" y="17"/>
                  </a:lnTo>
                  <a:lnTo>
                    <a:pt x="19" y="17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15" name="Freeform 42"/>
            <p:cNvSpPr>
              <a:spLocks/>
            </p:cNvSpPr>
            <p:nvPr userDrawn="1"/>
          </p:nvSpPr>
          <p:spPr bwMode="auto">
            <a:xfrm>
              <a:off x="4427" y="1532"/>
              <a:ext cx="163" cy="309"/>
            </a:xfrm>
            <a:custGeom>
              <a:avLst/>
              <a:gdLst>
                <a:gd name="T0" fmla="*/ 12 w 27"/>
                <a:gd name="T1" fmla="*/ 0 h 52"/>
                <a:gd name="T2" fmla="*/ 0 w 27"/>
                <a:gd name="T3" fmla="*/ 0 h 52"/>
                <a:gd name="T4" fmla="*/ 0 w 27"/>
                <a:gd name="T5" fmla="*/ 24 h 52"/>
                <a:gd name="T6" fmla="*/ 24 w 27"/>
                <a:gd name="T7" fmla="*/ 30 h 52"/>
                <a:gd name="T8" fmla="*/ 36 w 27"/>
                <a:gd name="T9" fmla="*/ 30 h 52"/>
                <a:gd name="T10" fmla="*/ 42 w 27"/>
                <a:gd name="T11" fmla="*/ 30 h 52"/>
                <a:gd name="T12" fmla="*/ 42 w 27"/>
                <a:gd name="T13" fmla="*/ 36 h 52"/>
                <a:gd name="T14" fmla="*/ 48 w 27"/>
                <a:gd name="T15" fmla="*/ 36 h 52"/>
                <a:gd name="T16" fmla="*/ 48 w 27"/>
                <a:gd name="T17" fmla="*/ 42 h 52"/>
                <a:gd name="T18" fmla="*/ 48 w 27"/>
                <a:gd name="T19" fmla="*/ 48 h 52"/>
                <a:gd name="T20" fmla="*/ 48 w 27"/>
                <a:gd name="T21" fmla="*/ 264 h 52"/>
                <a:gd name="T22" fmla="*/ 48 w 27"/>
                <a:gd name="T23" fmla="*/ 270 h 52"/>
                <a:gd name="T24" fmla="*/ 48 w 27"/>
                <a:gd name="T25" fmla="*/ 276 h 52"/>
                <a:gd name="T26" fmla="*/ 42 w 27"/>
                <a:gd name="T27" fmla="*/ 276 h 52"/>
                <a:gd name="T28" fmla="*/ 42 w 27"/>
                <a:gd name="T29" fmla="*/ 276 h 52"/>
                <a:gd name="T30" fmla="*/ 36 w 27"/>
                <a:gd name="T31" fmla="*/ 282 h 52"/>
                <a:gd name="T32" fmla="*/ 30 w 27"/>
                <a:gd name="T33" fmla="*/ 282 h 52"/>
                <a:gd name="T34" fmla="*/ 12 w 27"/>
                <a:gd name="T35" fmla="*/ 282 h 52"/>
                <a:gd name="T36" fmla="*/ 0 w 27"/>
                <a:gd name="T37" fmla="*/ 288 h 52"/>
                <a:gd name="T38" fmla="*/ 0 w 27"/>
                <a:gd name="T39" fmla="*/ 312 h 52"/>
                <a:gd name="T40" fmla="*/ 162 w 27"/>
                <a:gd name="T41" fmla="*/ 312 h 52"/>
                <a:gd name="T42" fmla="*/ 162 w 27"/>
                <a:gd name="T43" fmla="*/ 288 h 52"/>
                <a:gd name="T44" fmla="*/ 150 w 27"/>
                <a:gd name="T45" fmla="*/ 282 h 52"/>
                <a:gd name="T46" fmla="*/ 138 w 27"/>
                <a:gd name="T47" fmla="*/ 282 h 52"/>
                <a:gd name="T48" fmla="*/ 126 w 27"/>
                <a:gd name="T49" fmla="*/ 282 h 52"/>
                <a:gd name="T50" fmla="*/ 126 w 27"/>
                <a:gd name="T51" fmla="*/ 276 h 52"/>
                <a:gd name="T52" fmla="*/ 120 w 27"/>
                <a:gd name="T53" fmla="*/ 276 h 52"/>
                <a:gd name="T54" fmla="*/ 120 w 27"/>
                <a:gd name="T55" fmla="*/ 276 h 52"/>
                <a:gd name="T56" fmla="*/ 120 w 27"/>
                <a:gd name="T57" fmla="*/ 270 h 52"/>
                <a:gd name="T58" fmla="*/ 114 w 27"/>
                <a:gd name="T59" fmla="*/ 264 h 52"/>
                <a:gd name="T60" fmla="*/ 114 w 27"/>
                <a:gd name="T61" fmla="*/ 0 h 52"/>
                <a:gd name="T62" fmla="*/ 72 w 27"/>
                <a:gd name="T63" fmla="*/ 0 h 52"/>
                <a:gd name="T64" fmla="*/ 12 w 27"/>
                <a:gd name="T65" fmla="*/ 0 h 5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7" h="52">
                  <a:moveTo>
                    <a:pt x="2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4" y="5"/>
                  </a:lnTo>
                  <a:lnTo>
                    <a:pt x="6" y="5"/>
                  </a:lnTo>
                  <a:lnTo>
                    <a:pt x="7" y="5"/>
                  </a:lnTo>
                  <a:lnTo>
                    <a:pt x="7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44"/>
                  </a:lnTo>
                  <a:lnTo>
                    <a:pt x="8" y="45"/>
                  </a:lnTo>
                  <a:lnTo>
                    <a:pt x="8" y="46"/>
                  </a:lnTo>
                  <a:lnTo>
                    <a:pt x="7" y="46"/>
                  </a:lnTo>
                  <a:lnTo>
                    <a:pt x="6" y="47"/>
                  </a:lnTo>
                  <a:lnTo>
                    <a:pt x="5" y="47"/>
                  </a:lnTo>
                  <a:lnTo>
                    <a:pt x="2" y="47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27" y="52"/>
                  </a:lnTo>
                  <a:lnTo>
                    <a:pt x="27" y="48"/>
                  </a:lnTo>
                  <a:lnTo>
                    <a:pt x="25" y="47"/>
                  </a:lnTo>
                  <a:lnTo>
                    <a:pt x="23" y="47"/>
                  </a:lnTo>
                  <a:lnTo>
                    <a:pt x="21" y="47"/>
                  </a:lnTo>
                  <a:lnTo>
                    <a:pt x="21" y="46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19" y="44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  <p:sp>
          <p:nvSpPr>
            <p:cNvPr id="12316" name="Freeform 43"/>
            <p:cNvSpPr>
              <a:spLocks/>
            </p:cNvSpPr>
            <p:nvPr userDrawn="1"/>
          </p:nvSpPr>
          <p:spPr bwMode="auto">
            <a:xfrm>
              <a:off x="4465" y="1394"/>
              <a:ext cx="76" cy="76"/>
            </a:xfrm>
            <a:custGeom>
              <a:avLst/>
              <a:gdLst>
                <a:gd name="T0" fmla="*/ 24 w 13"/>
                <a:gd name="T1" fmla="*/ 6 h 13"/>
                <a:gd name="T2" fmla="*/ 18 w 13"/>
                <a:gd name="T3" fmla="*/ 6 h 13"/>
                <a:gd name="T4" fmla="*/ 18 w 13"/>
                <a:gd name="T5" fmla="*/ 6 h 13"/>
                <a:gd name="T6" fmla="*/ 12 w 13"/>
                <a:gd name="T7" fmla="*/ 12 h 13"/>
                <a:gd name="T8" fmla="*/ 12 w 13"/>
                <a:gd name="T9" fmla="*/ 12 h 13"/>
                <a:gd name="T10" fmla="*/ 12 w 13"/>
                <a:gd name="T11" fmla="*/ 12 h 13"/>
                <a:gd name="T12" fmla="*/ 6 w 13"/>
                <a:gd name="T13" fmla="*/ 18 h 13"/>
                <a:gd name="T14" fmla="*/ 6 w 13"/>
                <a:gd name="T15" fmla="*/ 18 h 13"/>
                <a:gd name="T16" fmla="*/ 6 w 13"/>
                <a:gd name="T17" fmla="*/ 24 h 13"/>
                <a:gd name="T18" fmla="*/ 0 w 13"/>
                <a:gd name="T19" fmla="*/ 30 h 13"/>
                <a:gd name="T20" fmla="*/ 0 w 13"/>
                <a:gd name="T21" fmla="*/ 48 h 13"/>
                <a:gd name="T22" fmla="*/ 6 w 13"/>
                <a:gd name="T23" fmla="*/ 54 h 13"/>
                <a:gd name="T24" fmla="*/ 6 w 13"/>
                <a:gd name="T25" fmla="*/ 60 h 13"/>
                <a:gd name="T26" fmla="*/ 6 w 13"/>
                <a:gd name="T27" fmla="*/ 60 h 13"/>
                <a:gd name="T28" fmla="*/ 12 w 13"/>
                <a:gd name="T29" fmla="*/ 66 h 13"/>
                <a:gd name="T30" fmla="*/ 12 w 13"/>
                <a:gd name="T31" fmla="*/ 66 h 13"/>
                <a:gd name="T32" fmla="*/ 12 w 13"/>
                <a:gd name="T33" fmla="*/ 66 h 13"/>
                <a:gd name="T34" fmla="*/ 18 w 13"/>
                <a:gd name="T35" fmla="*/ 72 h 13"/>
                <a:gd name="T36" fmla="*/ 18 w 13"/>
                <a:gd name="T37" fmla="*/ 72 h 13"/>
                <a:gd name="T38" fmla="*/ 24 w 13"/>
                <a:gd name="T39" fmla="*/ 72 h 13"/>
                <a:gd name="T40" fmla="*/ 30 w 13"/>
                <a:gd name="T41" fmla="*/ 78 h 13"/>
                <a:gd name="T42" fmla="*/ 48 w 13"/>
                <a:gd name="T43" fmla="*/ 78 h 13"/>
                <a:gd name="T44" fmla="*/ 54 w 13"/>
                <a:gd name="T45" fmla="*/ 72 h 13"/>
                <a:gd name="T46" fmla="*/ 60 w 13"/>
                <a:gd name="T47" fmla="*/ 72 h 13"/>
                <a:gd name="T48" fmla="*/ 60 w 13"/>
                <a:gd name="T49" fmla="*/ 72 h 13"/>
                <a:gd name="T50" fmla="*/ 66 w 13"/>
                <a:gd name="T51" fmla="*/ 66 h 13"/>
                <a:gd name="T52" fmla="*/ 66 w 13"/>
                <a:gd name="T53" fmla="*/ 66 h 13"/>
                <a:gd name="T54" fmla="*/ 72 w 13"/>
                <a:gd name="T55" fmla="*/ 60 h 13"/>
                <a:gd name="T56" fmla="*/ 72 w 13"/>
                <a:gd name="T57" fmla="*/ 60 h 13"/>
                <a:gd name="T58" fmla="*/ 72 w 13"/>
                <a:gd name="T59" fmla="*/ 54 h 13"/>
                <a:gd name="T60" fmla="*/ 78 w 13"/>
                <a:gd name="T61" fmla="*/ 54 h 13"/>
                <a:gd name="T62" fmla="*/ 78 w 13"/>
                <a:gd name="T63" fmla="*/ 42 h 13"/>
                <a:gd name="T64" fmla="*/ 78 w 13"/>
                <a:gd name="T65" fmla="*/ 36 h 13"/>
                <a:gd name="T66" fmla="*/ 78 w 13"/>
                <a:gd name="T67" fmla="*/ 24 h 13"/>
                <a:gd name="T68" fmla="*/ 72 w 13"/>
                <a:gd name="T69" fmla="*/ 18 h 13"/>
                <a:gd name="T70" fmla="*/ 72 w 13"/>
                <a:gd name="T71" fmla="*/ 18 h 13"/>
                <a:gd name="T72" fmla="*/ 72 w 13"/>
                <a:gd name="T73" fmla="*/ 12 h 13"/>
                <a:gd name="T74" fmla="*/ 66 w 13"/>
                <a:gd name="T75" fmla="*/ 12 h 13"/>
                <a:gd name="T76" fmla="*/ 66 w 13"/>
                <a:gd name="T77" fmla="*/ 12 h 13"/>
                <a:gd name="T78" fmla="*/ 66 w 13"/>
                <a:gd name="T79" fmla="*/ 6 h 13"/>
                <a:gd name="T80" fmla="*/ 60 w 13"/>
                <a:gd name="T81" fmla="*/ 6 h 13"/>
                <a:gd name="T82" fmla="*/ 54 w 13"/>
                <a:gd name="T83" fmla="*/ 6 h 13"/>
                <a:gd name="T84" fmla="*/ 54 w 13"/>
                <a:gd name="T85" fmla="*/ 0 h 13"/>
                <a:gd name="T86" fmla="*/ 30 w 13"/>
                <a:gd name="T87" fmla="*/ 0 h 13"/>
                <a:gd name="T88" fmla="*/ 24 w 13"/>
                <a:gd name="T89" fmla="*/ 6 h 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3" h="13">
                  <a:moveTo>
                    <a:pt x="4" y="1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2" y="11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5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10" y="12"/>
                  </a:lnTo>
                  <a:lnTo>
                    <a:pt x="11" y="11"/>
                  </a:lnTo>
                  <a:lnTo>
                    <a:pt x="12" y="10"/>
                  </a:lnTo>
                  <a:lnTo>
                    <a:pt x="12" y="9"/>
                  </a:lnTo>
                  <a:lnTo>
                    <a:pt x="13" y="9"/>
                  </a:lnTo>
                  <a:lnTo>
                    <a:pt x="13" y="7"/>
                  </a:lnTo>
                  <a:lnTo>
                    <a:pt x="13" y="6"/>
                  </a:lnTo>
                  <a:lnTo>
                    <a:pt x="13" y="4"/>
                  </a:lnTo>
                  <a:lnTo>
                    <a:pt x="12" y="3"/>
                  </a:lnTo>
                  <a:lnTo>
                    <a:pt x="12" y="2"/>
                  </a:lnTo>
                  <a:lnTo>
                    <a:pt x="11" y="2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5" y="0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t-IT" sz="2400">
                <a:ea typeface="ＭＳ Ｐゴシック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00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>
    <p:wipe dir="r"/>
  </p:transition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+mj-lt"/>
          <a:ea typeface="MS PGothic" pitchFamily="34" charset="-128"/>
          <a:cs typeface="ＭＳ Ｐゴシック" pitchFamily="34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charset="0"/>
          <a:ea typeface="MS PGothic" pitchFamily="34" charset="-128"/>
          <a:cs typeface="ＭＳ Ｐゴシック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charset="0"/>
          <a:ea typeface="MS PGothic" pitchFamily="34" charset="-128"/>
          <a:cs typeface="ＭＳ Ｐゴシック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charset="0"/>
          <a:ea typeface="MS PGothic" pitchFamily="34" charset="-128"/>
          <a:cs typeface="ＭＳ Ｐゴシック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charset="0"/>
          <a:ea typeface="MS PGothic" pitchFamily="34" charset="-128"/>
          <a:cs typeface="ＭＳ Ｐゴシック" pitchFamily="34" charset="-128"/>
        </a:defRPr>
      </a:lvl5pPr>
      <a:lvl6pPr marL="609585" algn="r" rtl="0" fontAlgn="base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6pPr>
      <a:lvl7pPr marL="1219170" algn="r" rtl="0" fontAlgn="base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7pPr>
      <a:lvl8pPr marL="1828754" algn="r" rtl="0" fontAlgn="base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8pPr>
      <a:lvl9pPr marL="2438339" algn="r" rtl="0" fontAlgn="base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bg1"/>
          </a:solidFill>
          <a:latin typeface="+mn-lt"/>
          <a:ea typeface="MS PGothic" pitchFamily="34" charset="-128"/>
          <a:cs typeface="ＭＳ Ｐゴシック" charset="0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bg1"/>
          </a:solidFill>
          <a:latin typeface="+mn-lt"/>
          <a:ea typeface="MS PGothic" pitchFamily="34" charset="-128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bg1"/>
          </a:solidFill>
          <a:latin typeface="+mn-lt"/>
          <a:ea typeface="MS PGothic" pitchFamily="34" charset="-128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bg1"/>
          </a:solidFill>
          <a:latin typeface="+mn-lt"/>
          <a:ea typeface="MS PGothic" pitchFamily="34" charset="-128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  <a:ea typeface="MS PGothic" pitchFamily="34" charset="-128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9pPr>
    </p:bodyStyle>
    <p:otherStyle>
      <a:defPPr>
        <a:defRPr lang="it-IT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>
            <a:extLst>
              <a:ext uri="{FF2B5EF4-FFF2-40B4-BE49-F238E27FC236}">
                <a16:creationId xmlns:a16="http://schemas.microsoft.com/office/drawing/2014/main" id="{A090BCD8-97B7-090E-AC00-1779C694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Shopping </a:t>
            </a:r>
            <a:r>
              <a:rPr lang="it-IT" dirty="0" err="1"/>
              <a:t>bag</a:t>
            </a:r>
            <a:r>
              <a:rPr lang="it-IT" dirty="0"/>
              <a:t> [[ANNO]] – job [[JOB]]</a:t>
            </a:r>
            <a:br>
              <a:rPr lang="it-IT" dirty="0"/>
            </a:br>
            <a:r>
              <a:rPr lang="it-IT" dirty="0"/>
              <a:t>Prodotti [[CATEGORIA]]</a:t>
            </a:r>
          </a:p>
        </p:txBody>
      </p:sp>
    </p:spTree>
    <p:extLst>
      <p:ext uri="{BB962C8B-B14F-4D97-AF65-F5344CB8AC3E}">
        <p14:creationId xmlns:p14="http://schemas.microsoft.com/office/powerpoint/2010/main" val="229955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">
            <a:extLst>
              <a:ext uri="{FF2B5EF4-FFF2-40B4-BE49-F238E27FC236}">
                <a16:creationId xmlns:a16="http://schemas.microsoft.com/office/drawing/2014/main" id="{6B1381C0-F725-D859-2076-DA5CE88804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Titolo">
            <a:extLst>
              <a:ext uri="{FF2B5EF4-FFF2-40B4-BE49-F238E27FC236}">
                <a16:creationId xmlns:a16="http://schemas.microsoft.com/office/drawing/2014/main" id="{FF71E69D-2EC0-2106-A38F-8084D163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Indice</a:t>
            </a: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A6EA2519-41FA-37D6-8FDC-044CAA76481C}"/>
              </a:ext>
            </a:extLst>
          </p:cNvPr>
          <p:cNvGrpSpPr/>
          <p:nvPr/>
        </p:nvGrpSpPr>
        <p:grpSpPr>
          <a:xfrm>
            <a:off x="713705" y="1563643"/>
            <a:ext cx="9672255" cy="2107110"/>
            <a:chOff x="813230" y="1486455"/>
            <a:chExt cx="9097726" cy="2107110"/>
          </a:xfrm>
        </p:grpSpPr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E9564D36-0822-E194-3F0A-D8CB096BA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725" y="1689654"/>
              <a:ext cx="2396067" cy="41017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67" b="1" i="0" u="none" strike="noStrike" kern="1200" cap="none" spc="0" normalizeH="0" baseline="0" noProof="0" dirty="0">
                  <a:ln>
                    <a:noFill/>
                  </a:ln>
                  <a:solidFill>
                    <a:srgbClr val="EF7F00"/>
                  </a:solidFill>
                  <a:effectLst/>
                  <a:uLnTx/>
                  <a:uFillTx/>
                  <a:latin typeface="Avenir Next LT Pro Light" panose="020B0304020202020204" pitchFamily="34" charset="0"/>
                  <a:ea typeface="+mn-ea"/>
                  <a:cs typeface="+mn-cs"/>
                </a:rPr>
                <a:t>1  INTRODUZIONE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BC4507C7-AD74-3D27-2A2A-D2469539D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034" y="3134773"/>
              <a:ext cx="2029884" cy="41017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67" b="1" i="0" u="none" strike="noStrike" kern="1200" cap="none" spc="0" normalizeH="0" baseline="0" noProof="0">
                  <a:ln>
                    <a:noFill/>
                  </a:ln>
                  <a:solidFill>
                    <a:srgbClr val="DD2D86"/>
                  </a:solidFill>
                  <a:effectLst/>
                  <a:uLnTx/>
                  <a:uFillTx/>
                  <a:latin typeface="Avenir Next LT Pro Light" panose="020B0304020202020204" pitchFamily="34" charset="0"/>
                  <a:ea typeface="+mn-ea"/>
                  <a:cs typeface="+mn-cs"/>
                </a:rPr>
                <a:t>4  APPENDICE</a:t>
              </a:r>
            </a:p>
          </p:txBody>
        </p:sp>
        <p:sp>
          <p:nvSpPr>
            <p:cNvPr id="15" name="Text Box 23">
              <a:extLst>
                <a:ext uri="{FF2B5EF4-FFF2-40B4-BE49-F238E27FC236}">
                  <a16:creationId xmlns:a16="http://schemas.microsoft.com/office/drawing/2014/main" id="{846B2E39-D8DE-B283-8F56-ED65D96C9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5323" y="1681104"/>
              <a:ext cx="2315633" cy="41017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67" b="1" i="0" u="none" strike="noStrike" kern="1200" cap="none" spc="0" normalizeH="0" baseline="0" noProof="0">
                  <a:ln>
                    <a:noFill/>
                  </a:ln>
                  <a:solidFill>
                    <a:srgbClr val="96B439"/>
                  </a:solidFill>
                  <a:effectLst/>
                  <a:uLnTx/>
                  <a:uFillTx/>
                  <a:latin typeface="Avenir Next LT Pro Light" panose="020B0304020202020204" pitchFamily="34" charset="0"/>
                  <a:ea typeface="+mn-ea"/>
                  <a:cs typeface="+mn-cs"/>
                </a:rPr>
                <a:t>3  CONCLUSIONI</a:t>
              </a: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BD68BE07-571F-EDAB-3D0E-D95C37910B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962074" y="1486455"/>
              <a:ext cx="594784" cy="596900"/>
            </a:xfrm>
            <a:custGeom>
              <a:avLst/>
              <a:gdLst>
                <a:gd name="T0" fmla="*/ 2147483647 w 13098"/>
                <a:gd name="T1" fmla="*/ 2147483647 h 13092"/>
                <a:gd name="T2" fmla="*/ 2147483647 w 13098"/>
                <a:gd name="T3" fmla="*/ 2147483647 h 13092"/>
                <a:gd name="T4" fmla="*/ 2147483647 w 13098"/>
                <a:gd name="T5" fmla="*/ 2147483647 h 13092"/>
                <a:gd name="T6" fmla="*/ 2147483647 w 13098"/>
                <a:gd name="T7" fmla="*/ 2147483647 h 13092"/>
                <a:gd name="T8" fmla="*/ 2147483647 w 13098"/>
                <a:gd name="T9" fmla="*/ 2147483647 h 13092"/>
                <a:gd name="T10" fmla="*/ 2147483647 w 13098"/>
                <a:gd name="T11" fmla="*/ 2147483647 h 13092"/>
                <a:gd name="T12" fmla="*/ 2147483647 w 13098"/>
                <a:gd name="T13" fmla="*/ 2147483647 h 13092"/>
                <a:gd name="T14" fmla="*/ 2147483647 w 13098"/>
                <a:gd name="T15" fmla="*/ 2147483647 h 13092"/>
                <a:gd name="T16" fmla="*/ 2147483647 w 13098"/>
                <a:gd name="T17" fmla="*/ 2147483647 h 13092"/>
                <a:gd name="T18" fmla="*/ 2147483647 w 13098"/>
                <a:gd name="T19" fmla="*/ 2147483647 h 13092"/>
                <a:gd name="T20" fmla="*/ 2147483647 w 13098"/>
                <a:gd name="T21" fmla="*/ 2147483647 h 13092"/>
                <a:gd name="T22" fmla="*/ 2147483647 w 13098"/>
                <a:gd name="T23" fmla="*/ 2147483647 h 13092"/>
                <a:gd name="T24" fmla="*/ 2147483647 w 13098"/>
                <a:gd name="T25" fmla="*/ 2147483647 h 13092"/>
                <a:gd name="T26" fmla="*/ 2147483647 w 13098"/>
                <a:gd name="T27" fmla="*/ 2147483647 h 13092"/>
                <a:gd name="T28" fmla="*/ 2147483647 w 13098"/>
                <a:gd name="T29" fmla="*/ 2147483647 h 13092"/>
                <a:gd name="T30" fmla="*/ 2147483647 w 13098"/>
                <a:gd name="T31" fmla="*/ 2147483647 h 13092"/>
                <a:gd name="T32" fmla="*/ 2147483647 w 13098"/>
                <a:gd name="T33" fmla="*/ 2147483647 h 13092"/>
                <a:gd name="T34" fmla="*/ 2147483647 w 13098"/>
                <a:gd name="T35" fmla="*/ 2147483647 h 13092"/>
                <a:gd name="T36" fmla="*/ 2147483647 w 13098"/>
                <a:gd name="T37" fmla="*/ 2147483647 h 13092"/>
                <a:gd name="T38" fmla="*/ 2147483647 w 13098"/>
                <a:gd name="T39" fmla="*/ 2147483647 h 13092"/>
                <a:gd name="T40" fmla="*/ 2147483647 w 13098"/>
                <a:gd name="T41" fmla="*/ 2147483647 h 13092"/>
                <a:gd name="T42" fmla="*/ 2147483647 w 13098"/>
                <a:gd name="T43" fmla="*/ 2147483647 h 13092"/>
                <a:gd name="T44" fmla="*/ 2147483647 w 13098"/>
                <a:gd name="T45" fmla="*/ 2147483647 h 13092"/>
                <a:gd name="T46" fmla="*/ 2147483647 w 13098"/>
                <a:gd name="T47" fmla="*/ 2147483647 h 13092"/>
                <a:gd name="T48" fmla="*/ 2147483647 w 13098"/>
                <a:gd name="T49" fmla="*/ 2147483647 h 13092"/>
                <a:gd name="T50" fmla="*/ 2147483647 w 13098"/>
                <a:gd name="T51" fmla="*/ 2147483647 h 13092"/>
                <a:gd name="T52" fmla="*/ 2147483647 w 13098"/>
                <a:gd name="T53" fmla="*/ 2147483647 h 13092"/>
                <a:gd name="T54" fmla="*/ 2147483647 w 13098"/>
                <a:gd name="T55" fmla="*/ 2147483647 h 13092"/>
                <a:gd name="T56" fmla="*/ 2147483647 w 13098"/>
                <a:gd name="T57" fmla="*/ 2147483647 h 13092"/>
                <a:gd name="T58" fmla="*/ 2147483647 w 13098"/>
                <a:gd name="T59" fmla="*/ 2147483647 h 13092"/>
                <a:gd name="T60" fmla="*/ 2147483647 w 13098"/>
                <a:gd name="T61" fmla="*/ 2147483647 h 13092"/>
                <a:gd name="T62" fmla="*/ 2147483647 w 13098"/>
                <a:gd name="T63" fmla="*/ 2147483647 h 13092"/>
                <a:gd name="T64" fmla="*/ 2147483647 w 13098"/>
                <a:gd name="T65" fmla="*/ 2147483647 h 13092"/>
                <a:gd name="T66" fmla="*/ 2147483647 w 13098"/>
                <a:gd name="T67" fmla="*/ 2147483647 h 13092"/>
                <a:gd name="T68" fmla="*/ 2147483647 w 13098"/>
                <a:gd name="T69" fmla="*/ 2147483647 h 13092"/>
                <a:gd name="T70" fmla="*/ 2147483647 w 13098"/>
                <a:gd name="T71" fmla="*/ 2147483647 h 13092"/>
                <a:gd name="T72" fmla="*/ 2147483647 w 13098"/>
                <a:gd name="T73" fmla="*/ 2147483647 h 13092"/>
                <a:gd name="T74" fmla="*/ 2147483647 w 13098"/>
                <a:gd name="T75" fmla="*/ 2147483647 h 13092"/>
                <a:gd name="T76" fmla="*/ 2147483647 w 13098"/>
                <a:gd name="T77" fmla="*/ 2147483647 h 13092"/>
                <a:gd name="T78" fmla="*/ 2147483647 w 13098"/>
                <a:gd name="T79" fmla="*/ 2147483647 h 13092"/>
                <a:gd name="T80" fmla="*/ 2147483647 w 13098"/>
                <a:gd name="T81" fmla="*/ 2147483647 h 13092"/>
                <a:gd name="T82" fmla="*/ 2147483647 w 13098"/>
                <a:gd name="T83" fmla="*/ 2147483647 h 13092"/>
                <a:gd name="T84" fmla="*/ 2147483647 w 13098"/>
                <a:gd name="T85" fmla="*/ 2147483647 h 13092"/>
                <a:gd name="T86" fmla="*/ 2147483647 w 13098"/>
                <a:gd name="T87" fmla="*/ 2147483647 h 13092"/>
                <a:gd name="T88" fmla="*/ 2147483647 w 13098"/>
                <a:gd name="T89" fmla="*/ 2147483647 h 13092"/>
                <a:gd name="T90" fmla="*/ 2147483647 w 13098"/>
                <a:gd name="T91" fmla="*/ 2147483647 h 13092"/>
                <a:gd name="T92" fmla="*/ 2147483647 w 13098"/>
                <a:gd name="T93" fmla="*/ 2147483647 h 13092"/>
                <a:gd name="T94" fmla="*/ 2147483647 w 13098"/>
                <a:gd name="T95" fmla="*/ 2147483647 h 13092"/>
                <a:gd name="T96" fmla="*/ 2147483647 w 13098"/>
                <a:gd name="T97" fmla="*/ 2147483647 h 13092"/>
                <a:gd name="T98" fmla="*/ 2147483647 w 13098"/>
                <a:gd name="T99" fmla="*/ 2147483647 h 13092"/>
                <a:gd name="T100" fmla="*/ 2147483647 w 13098"/>
                <a:gd name="T101" fmla="*/ 2147483647 h 13092"/>
                <a:gd name="T102" fmla="*/ 2147483647 w 13098"/>
                <a:gd name="T103" fmla="*/ 2147483647 h 13092"/>
                <a:gd name="T104" fmla="*/ 2147483647 w 13098"/>
                <a:gd name="T105" fmla="*/ 2147483647 h 13092"/>
                <a:gd name="T106" fmla="*/ 2147483647 w 13098"/>
                <a:gd name="T107" fmla="*/ 2147483647 h 13092"/>
                <a:gd name="T108" fmla="*/ 2147483647 w 13098"/>
                <a:gd name="T109" fmla="*/ 2147483647 h 13092"/>
                <a:gd name="T110" fmla="*/ 2147483647 w 13098"/>
                <a:gd name="T111" fmla="*/ 2147483647 h 13092"/>
                <a:gd name="T112" fmla="*/ 2147483647 w 13098"/>
                <a:gd name="T113" fmla="*/ 2147483647 h 13092"/>
                <a:gd name="T114" fmla="*/ 2147483647 w 13098"/>
                <a:gd name="T115" fmla="*/ 2147483647 h 13092"/>
                <a:gd name="T116" fmla="*/ 2147483647 w 13098"/>
                <a:gd name="T117" fmla="*/ 2147483647 h 1309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098" h="13092">
                  <a:moveTo>
                    <a:pt x="13098" y="6549"/>
                  </a:moveTo>
                  <a:lnTo>
                    <a:pt x="13096" y="6717"/>
                  </a:lnTo>
                  <a:lnTo>
                    <a:pt x="13090" y="6885"/>
                  </a:lnTo>
                  <a:lnTo>
                    <a:pt x="13080" y="7050"/>
                  </a:lnTo>
                  <a:lnTo>
                    <a:pt x="13067" y="7214"/>
                  </a:lnTo>
                  <a:lnTo>
                    <a:pt x="13051" y="7377"/>
                  </a:lnTo>
                  <a:lnTo>
                    <a:pt x="13030" y="7538"/>
                  </a:lnTo>
                  <a:lnTo>
                    <a:pt x="13006" y="7697"/>
                  </a:lnTo>
                  <a:lnTo>
                    <a:pt x="12977" y="7854"/>
                  </a:lnTo>
                  <a:lnTo>
                    <a:pt x="12946" y="8010"/>
                  </a:lnTo>
                  <a:lnTo>
                    <a:pt x="12910" y="8165"/>
                  </a:lnTo>
                  <a:lnTo>
                    <a:pt x="12871" y="8318"/>
                  </a:lnTo>
                  <a:lnTo>
                    <a:pt x="12828" y="8470"/>
                  </a:lnTo>
                  <a:lnTo>
                    <a:pt x="12781" y="8620"/>
                  </a:lnTo>
                  <a:lnTo>
                    <a:pt x="12730" y="8768"/>
                  </a:lnTo>
                  <a:lnTo>
                    <a:pt x="12676" y="8915"/>
                  </a:lnTo>
                  <a:lnTo>
                    <a:pt x="12618" y="9061"/>
                  </a:lnTo>
                  <a:lnTo>
                    <a:pt x="12556" y="9205"/>
                  </a:lnTo>
                  <a:lnTo>
                    <a:pt x="12491" y="9347"/>
                  </a:lnTo>
                  <a:lnTo>
                    <a:pt x="12421" y="9488"/>
                  </a:lnTo>
                  <a:lnTo>
                    <a:pt x="12349" y="9627"/>
                  </a:lnTo>
                  <a:lnTo>
                    <a:pt x="12271" y="9764"/>
                  </a:lnTo>
                  <a:lnTo>
                    <a:pt x="12191" y="9900"/>
                  </a:lnTo>
                  <a:lnTo>
                    <a:pt x="12107" y="10035"/>
                  </a:lnTo>
                  <a:lnTo>
                    <a:pt x="12018" y="10168"/>
                  </a:lnTo>
                  <a:lnTo>
                    <a:pt x="11926" y="10299"/>
                  </a:lnTo>
                  <a:lnTo>
                    <a:pt x="11831" y="10430"/>
                  </a:lnTo>
                  <a:lnTo>
                    <a:pt x="11731" y="10557"/>
                  </a:lnTo>
                  <a:lnTo>
                    <a:pt x="11628" y="10685"/>
                  </a:lnTo>
                  <a:lnTo>
                    <a:pt x="11521" y="10809"/>
                  </a:lnTo>
                  <a:lnTo>
                    <a:pt x="11411" y="10933"/>
                  </a:lnTo>
                  <a:lnTo>
                    <a:pt x="11297" y="11055"/>
                  </a:lnTo>
                  <a:lnTo>
                    <a:pt x="11178" y="11175"/>
                  </a:lnTo>
                  <a:lnTo>
                    <a:pt x="11058" y="11294"/>
                  </a:lnTo>
                  <a:lnTo>
                    <a:pt x="10936" y="11408"/>
                  </a:lnTo>
                  <a:lnTo>
                    <a:pt x="10812" y="11518"/>
                  </a:lnTo>
                  <a:lnTo>
                    <a:pt x="10687" y="11624"/>
                  </a:lnTo>
                  <a:lnTo>
                    <a:pt x="10560" y="11727"/>
                  </a:lnTo>
                  <a:lnTo>
                    <a:pt x="10432" y="11826"/>
                  </a:lnTo>
                  <a:lnTo>
                    <a:pt x="10302" y="11922"/>
                  </a:lnTo>
                  <a:lnTo>
                    <a:pt x="10170" y="12014"/>
                  </a:lnTo>
                  <a:lnTo>
                    <a:pt x="10038" y="12102"/>
                  </a:lnTo>
                  <a:lnTo>
                    <a:pt x="9903" y="12187"/>
                  </a:lnTo>
                  <a:lnTo>
                    <a:pt x="9766" y="12266"/>
                  </a:lnTo>
                  <a:lnTo>
                    <a:pt x="9628" y="12344"/>
                  </a:lnTo>
                  <a:lnTo>
                    <a:pt x="9490" y="12416"/>
                  </a:lnTo>
                  <a:lnTo>
                    <a:pt x="9349" y="12486"/>
                  </a:lnTo>
                  <a:lnTo>
                    <a:pt x="9206" y="12551"/>
                  </a:lnTo>
                  <a:lnTo>
                    <a:pt x="9062" y="12613"/>
                  </a:lnTo>
                  <a:lnTo>
                    <a:pt x="8917" y="12671"/>
                  </a:lnTo>
                  <a:lnTo>
                    <a:pt x="8769" y="12725"/>
                  </a:lnTo>
                  <a:lnTo>
                    <a:pt x="8621" y="12775"/>
                  </a:lnTo>
                  <a:lnTo>
                    <a:pt x="8471" y="12822"/>
                  </a:lnTo>
                  <a:lnTo>
                    <a:pt x="8319" y="12865"/>
                  </a:lnTo>
                  <a:lnTo>
                    <a:pt x="8166" y="12905"/>
                  </a:lnTo>
                  <a:lnTo>
                    <a:pt x="8011" y="12941"/>
                  </a:lnTo>
                  <a:lnTo>
                    <a:pt x="7855" y="12972"/>
                  </a:lnTo>
                  <a:lnTo>
                    <a:pt x="7697" y="13000"/>
                  </a:lnTo>
                  <a:lnTo>
                    <a:pt x="7538" y="13024"/>
                  </a:lnTo>
                  <a:lnTo>
                    <a:pt x="7377" y="13045"/>
                  </a:lnTo>
                  <a:lnTo>
                    <a:pt x="7214" y="13062"/>
                  </a:lnTo>
                  <a:lnTo>
                    <a:pt x="7050" y="13075"/>
                  </a:lnTo>
                  <a:lnTo>
                    <a:pt x="6885" y="13085"/>
                  </a:lnTo>
                  <a:lnTo>
                    <a:pt x="6717" y="13090"/>
                  </a:lnTo>
                  <a:lnTo>
                    <a:pt x="6549" y="13092"/>
                  </a:lnTo>
                  <a:lnTo>
                    <a:pt x="6381" y="13090"/>
                  </a:lnTo>
                  <a:lnTo>
                    <a:pt x="6213" y="13085"/>
                  </a:lnTo>
                  <a:lnTo>
                    <a:pt x="6048" y="13075"/>
                  </a:lnTo>
                  <a:lnTo>
                    <a:pt x="5884" y="13062"/>
                  </a:lnTo>
                  <a:lnTo>
                    <a:pt x="5721" y="13045"/>
                  </a:lnTo>
                  <a:lnTo>
                    <a:pt x="5560" y="13024"/>
                  </a:lnTo>
                  <a:lnTo>
                    <a:pt x="5401" y="13000"/>
                  </a:lnTo>
                  <a:lnTo>
                    <a:pt x="5243" y="12972"/>
                  </a:lnTo>
                  <a:lnTo>
                    <a:pt x="5087" y="12941"/>
                  </a:lnTo>
                  <a:lnTo>
                    <a:pt x="4932" y="12905"/>
                  </a:lnTo>
                  <a:lnTo>
                    <a:pt x="4779" y="12865"/>
                  </a:lnTo>
                  <a:lnTo>
                    <a:pt x="4627" y="12822"/>
                  </a:lnTo>
                  <a:lnTo>
                    <a:pt x="4477" y="12775"/>
                  </a:lnTo>
                  <a:lnTo>
                    <a:pt x="4328" y="12725"/>
                  </a:lnTo>
                  <a:lnTo>
                    <a:pt x="4181" y="12671"/>
                  </a:lnTo>
                  <a:lnTo>
                    <a:pt x="4036" y="12613"/>
                  </a:lnTo>
                  <a:lnTo>
                    <a:pt x="3892" y="12551"/>
                  </a:lnTo>
                  <a:lnTo>
                    <a:pt x="3749" y="12486"/>
                  </a:lnTo>
                  <a:lnTo>
                    <a:pt x="3608" y="12416"/>
                  </a:lnTo>
                  <a:lnTo>
                    <a:pt x="3470" y="12344"/>
                  </a:lnTo>
                  <a:lnTo>
                    <a:pt x="3332" y="12266"/>
                  </a:lnTo>
                  <a:lnTo>
                    <a:pt x="3195" y="12187"/>
                  </a:lnTo>
                  <a:lnTo>
                    <a:pt x="3060" y="12102"/>
                  </a:lnTo>
                  <a:lnTo>
                    <a:pt x="2928" y="12014"/>
                  </a:lnTo>
                  <a:lnTo>
                    <a:pt x="2796" y="11922"/>
                  </a:lnTo>
                  <a:lnTo>
                    <a:pt x="2666" y="11826"/>
                  </a:lnTo>
                  <a:lnTo>
                    <a:pt x="2538" y="11727"/>
                  </a:lnTo>
                  <a:lnTo>
                    <a:pt x="2411" y="11624"/>
                  </a:lnTo>
                  <a:lnTo>
                    <a:pt x="2286" y="11518"/>
                  </a:lnTo>
                  <a:lnTo>
                    <a:pt x="2162" y="11408"/>
                  </a:lnTo>
                  <a:lnTo>
                    <a:pt x="2040" y="11294"/>
                  </a:lnTo>
                  <a:lnTo>
                    <a:pt x="1920" y="11175"/>
                  </a:lnTo>
                  <a:lnTo>
                    <a:pt x="1801" y="11055"/>
                  </a:lnTo>
                  <a:lnTo>
                    <a:pt x="1687" y="10933"/>
                  </a:lnTo>
                  <a:lnTo>
                    <a:pt x="1576" y="10809"/>
                  </a:lnTo>
                  <a:lnTo>
                    <a:pt x="1470" y="10685"/>
                  </a:lnTo>
                  <a:lnTo>
                    <a:pt x="1367" y="10557"/>
                  </a:lnTo>
                  <a:lnTo>
                    <a:pt x="1267" y="10430"/>
                  </a:lnTo>
                  <a:lnTo>
                    <a:pt x="1172" y="10299"/>
                  </a:lnTo>
                  <a:lnTo>
                    <a:pt x="1080" y="10168"/>
                  </a:lnTo>
                  <a:lnTo>
                    <a:pt x="991" y="10035"/>
                  </a:lnTo>
                  <a:lnTo>
                    <a:pt x="907" y="9900"/>
                  </a:lnTo>
                  <a:lnTo>
                    <a:pt x="827" y="9764"/>
                  </a:lnTo>
                  <a:lnTo>
                    <a:pt x="749" y="9627"/>
                  </a:lnTo>
                  <a:lnTo>
                    <a:pt x="677" y="9488"/>
                  </a:lnTo>
                  <a:lnTo>
                    <a:pt x="607" y="9347"/>
                  </a:lnTo>
                  <a:lnTo>
                    <a:pt x="541" y="9205"/>
                  </a:lnTo>
                  <a:lnTo>
                    <a:pt x="480" y="9061"/>
                  </a:lnTo>
                  <a:lnTo>
                    <a:pt x="422" y="8915"/>
                  </a:lnTo>
                  <a:lnTo>
                    <a:pt x="368" y="8768"/>
                  </a:lnTo>
                  <a:lnTo>
                    <a:pt x="317" y="8620"/>
                  </a:lnTo>
                  <a:lnTo>
                    <a:pt x="270" y="8470"/>
                  </a:lnTo>
                  <a:lnTo>
                    <a:pt x="227" y="8318"/>
                  </a:lnTo>
                  <a:lnTo>
                    <a:pt x="188" y="8165"/>
                  </a:lnTo>
                  <a:lnTo>
                    <a:pt x="152" y="8010"/>
                  </a:lnTo>
                  <a:lnTo>
                    <a:pt x="121" y="7854"/>
                  </a:lnTo>
                  <a:lnTo>
                    <a:pt x="92" y="7697"/>
                  </a:lnTo>
                  <a:lnTo>
                    <a:pt x="68" y="7538"/>
                  </a:lnTo>
                  <a:lnTo>
                    <a:pt x="47" y="7377"/>
                  </a:lnTo>
                  <a:lnTo>
                    <a:pt x="30" y="7214"/>
                  </a:lnTo>
                  <a:lnTo>
                    <a:pt x="18" y="7050"/>
                  </a:lnTo>
                  <a:lnTo>
                    <a:pt x="7" y="6885"/>
                  </a:lnTo>
                  <a:lnTo>
                    <a:pt x="2" y="6717"/>
                  </a:lnTo>
                  <a:lnTo>
                    <a:pt x="0" y="6549"/>
                  </a:lnTo>
                  <a:lnTo>
                    <a:pt x="2" y="6380"/>
                  </a:lnTo>
                  <a:lnTo>
                    <a:pt x="7" y="6213"/>
                  </a:lnTo>
                  <a:lnTo>
                    <a:pt x="18" y="6047"/>
                  </a:lnTo>
                  <a:lnTo>
                    <a:pt x="30" y="5884"/>
                  </a:lnTo>
                  <a:lnTo>
                    <a:pt x="47" y="5721"/>
                  </a:lnTo>
                  <a:lnTo>
                    <a:pt x="68" y="5560"/>
                  </a:lnTo>
                  <a:lnTo>
                    <a:pt x="92" y="5400"/>
                  </a:lnTo>
                  <a:lnTo>
                    <a:pt x="121" y="5243"/>
                  </a:lnTo>
                  <a:lnTo>
                    <a:pt x="152" y="5087"/>
                  </a:lnTo>
                  <a:lnTo>
                    <a:pt x="188" y="4932"/>
                  </a:lnTo>
                  <a:lnTo>
                    <a:pt x="227" y="4779"/>
                  </a:lnTo>
                  <a:lnTo>
                    <a:pt x="270" y="4627"/>
                  </a:lnTo>
                  <a:lnTo>
                    <a:pt x="317" y="4477"/>
                  </a:lnTo>
                  <a:lnTo>
                    <a:pt x="368" y="4328"/>
                  </a:lnTo>
                  <a:lnTo>
                    <a:pt x="422" y="4181"/>
                  </a:lnTo>
                  <a:lnTo>
                    <a:pt x="480" y="4036"/>
                  </a:lnTo>
                  <a:lnTo>
                    <a:pt x="541" y="3892"/>
                  </a:lnTo>
                  <a:lnTo>
                    <a:pt x="607" y="3749"/>
                  </a:lnTo>
                  <a:lnTo>
                    <a:pt x="677" y="3608"/>
                  </a:lnTo>
                  <a:lnTo>
                    <a:pt x="749" y="3469"/>
                  </a:lnTo>
                  <a:lnTo>
                    <a:pt x="827" y="3331"/>
                  </a:lnTo>
                  <a:lnTo>
                    <a:pt x="907" y="3195"/>
                  </a:lnTo>
                  <a:lnTo>
                    <a:pt x="991" y="3060"/>
                  </a:lnTo>
                  <a:lnTo>
                    <a:pt x="1080" y="2928"/>
                  </a:lnTo>
                  <a:lnTo>
                    <a:pt x="1172" y="2796"/>
                  </a:lnTo>
                  <a:lnTo>
                    <a:pt x="1267" y="2666"/>
                  </a:lnTo>
                  <a:lnTo>
                    <a:pt x="1367" y="2538"/>
                  </a:lnTo>
                  <a:lnTo>
                    <a:pt x="1470" y="2410"/>
                  </a:lnTo>
                  <a:lnTo>
                    <a:pt x="1576" y="2286"/>
                  </a:lnTo>
                  <a:lnTo>
                    <a:pt x="1687" y="2161"/>
                  </a:lnTo>
                  <a:lnTo>
                    <a:pt x="1801" y="2040"/>
                  </a:lnTo>
                  <a:lnTo>
                    <a:pt x="1920" y="1920"/>
                  </a:lnTo>
                  <a:lnTo>
                    <a:pt x="2040" y="1801"/>
                  </a:lnTo>
                  <a:lnTo>
                    <a:pt x="2162" y="1687"/>
                  </a:lnTo>
                  <a:lnTo>
                    <a:pt x="2286" y="1576"/>
                  </a:lnTo>
                  <a:lnTo>
                    <a:pt x="2411" y="1470"/>
                  </a:lnTo>
                  <a:lnTo>
                    <a:pt x="2538" y="1367"/>
                  </a:lnTo>
                  <a:lnTo>
                    <a:pt x="2666" y="1267"/>
                  </a:lnTo>
                  <a:lnTo>
                    <a:pt x="2796" y="1171"/>
                  </a:lnTo>
                  <a:lnTo>
                    <a:pt x="2928" y="1079"/>
                  </a:lnTo>
                  <a:lnTo>
                    <a:pt x="3060" y="991"/>
                  </a:lnTo>
                  <a:lnTo>
                    <a:pt x="3195" y="906"/>
                  </a:lnTo>
                  <a:lnTo>
                    <a:pt x="3332" y="827"/>
                  </a:lnTo>
                  <a:lnTo>
                    <a:pt x="3470" y="749"/>
                  </a:lnTo>
                  <a:lnTo>
                    <a:pt x="3608" y="677"/>
                  </a:lnTo>
                  <a:lnTo>
                    <a:pt x="3749" y="607"/>
                  </a:lnTo>
                  <a:lnTo>
                    <a:pt x="3892" y="541"/>
                  </a:lnTo>
                  <a:lnTo>
                    <a:pt x="4036" y="480"/>
                  </a:lnTo>
                  <a:lnTo>
                    <a:pt x="4181" y="422"/>
                  </a:lnTo>
                  <a:lnTo>
                    <a:pt x="4328" y="368"/>
                  </a:lnTo>
                  <a:lnTo>
                    <a:pt x="4477" y="317"/>
                  </a:lnTo>
                  <a:lnTo>
                    <a:pt x="4627" y="270"/>
                  </a:lnTo>
                  <a:lnTo>
                    <a:pt x="4779" y="227"/>
                  </a:lnTo>
                  <a:lnTo>
                    <a:pt x="4932" y="187"/>
                  </a:lnTo>
                  <a:lnTo>
                    <a:pt x="5087" y="152"/>
                  </a:lnTo>
                  <a:lnTo>
                    <a:pt x="5243" y="120"/>
                  </a:lnTo>
                  <a:lnTo>
                    <a:pt x="5401" y="92"/>
                  </a:lnTo>
                  <a:lnTo>
                    <a:pt x="5560" y="68"/>
                  </a:lnTo>
                  <a:lnTo>
                    <a:pt x="5721" y="47"/>
                  </a:lnTo>
                  <a:lnTo>
                    <a:pt x="5884" y="30"/>
                  </a:lnTo>
                  <a:lnTo>
                    <a:pt x="6048" y="17"/>
                  </a:lnTo>
                  <a:lnTo>
                    <a:pt x="6213" y="7"/>
                  </a:lnTo>
                  <a:lnTo>
                    <a:pt x="6381" y="2"/>
                  </a:lnTo>
                  <a:lnTo>
                    <a:pt x="6549" y="0"/>
                  </a:lnTo>
                  <a:lnTo>
                    <a:pt x="6717" y="2"/>
                  </a:lnTo>
                  <a:lnTo>
                    <a:pt x="6885" y="7"/>
                  </a:lnTo>
                  <a:lnTo>
                    <a:pt x="7050" y="17"/>
                  </a:lnTo>
                  <a:lnTo>
                    <a:pt x="7214" y="30"/>
                  </a:lnTo>
                  <a:lnTo>
                    <a:pt x="7377" y="47"/>
                  </a:lnTo>
                  <a:lnTo>
                    <a:pt x="7538" y="68"/>
                  </a:lnTo>
                  <a:lnTo>
                    <a:pt x="7697" y="92"/>
                  </a:lnTo>
                  <a:lnTo>
                    <a:pt x="7855" y="120"/>
                  </a:lnTo>
                  <a:lnTo>
                    <a:pt x="8011" y="152"/>
                  </a:lnTo>
                  <a:lnTo>
                    <a:pt x="8166" y="187"/>
                  </a:lnTo>
                  <a:lnTo>
                    <a:pt x="8319" y="227"/>
                  </a:lnTo>
                  <a:lnTo>
                    <a:pt x="8471" y="270"/>
                  </a:lnTo>
                  <a:lnTo>
                    <a:pt x="8621" y="317"/>
                  </a:lnTo>
                  <a:lnTo>
                    <a:pt x="8769" y="368"/>
                  </a:lnTo>
                  <a:lnTo>
                    <a:pt x="8917" y="422"/>
                  </a:lnTo>
                  <a:lnTo>
                    <a:pt x="9062" y="480"/>
                  </a:lnTo>
                  <a:lnTo>
                    <a:pt x="9206" y="541"/>
                  </a:lnTo>
                  <a:lnTo>
                    <a:pt x="9349" y="607"/>
                  </a:lnTo>
                  <a:lnTo>
                    <a:pt x="9490" y="677"/>
                  </a:lnTo>
                  <a:lnTo>
                    <a:pt x="9628" y="749"/>
                  </a:lnTo>
                  <a:lnTo>
                    <a:pt x="9766" y="827"/>
                  </a:lnTo>
                  <a:lnTo>
                    <a:pt x="9903" y="906"/>
                  </a:lnTo>
                  <a:lnTo>
                    <a:pt x="10038" y="991"/>
                  </a:lnTo>
                  <a:lnTo>
                    <a:pt x="10170" y="1079"/>
                  </a:lnTo>
                  <a:lnTo>
                    <a:pt x="10302" y="1171"/>
                  </a:lnTo>
                  <a:lnTo>
                    <a:pt x="10432" y="1267"/>
                  </a:lnTo>
                  <a:lnTo>
                    <a:pt x="10560" y="1367"/>
                  </a:lnTo>
                  <a:lnTo>
                    <a:pt x="10687" y="1470"/>
                  </a:lnTo>
                  <a:lnTo>
                    <a:pt x="10812" y="1576"/>
                  </a:lnTo>
                  <a:lnTo>
                    <a:pt x="10936" y="1687"/>
                  </a:lnTo>
                  <a:lnTo>
                    <a:pt x="11058" y="1801"/>
                  </a:lnTo>
                  <a:lnTo>
                    <a:pt x="11178" y="1920"/>
                  </a:lnTo>
                  <a:lnTo>
                    <a:pt x="11297" y="2040"/>
                  </a:lnTo>
                  <a:lnTo>
                    <a:pt x="11411" y="2161"/>
                  </a:lnTo>
                  <a:lnTo>
                    <a:pt x="11521" y="2286"/>
                  </a:lnTo>
                  <a:lnTo>
                    <a:pt x="11628" y="2410"/>
                  </a:lnTo>
                  <a:lnTo>
                    <a:pt x="11731" y="2538"/>
                  </a:lnTo>
                  <a:lnTo>
                    <a:pt x="11831" y="2666"/>
                  </a:lnTo>
                  <a:lnTo>
                    <a:pt x="11926" y="2796"/>
                  </a:lnTo>
                  <a:lnTo>
                    <a:pt x="12018" y="2928"/>
                  </a:lnTo>
                  <a:lnTo>
                    <a:pt x="12107" y="3060"/>
                  </a:lnTo>
                  <a:lnTo>
                    <a:pt x="12191" y="3195"/>
                  </a:lnTo>
                  <a:lnTo>
                    <a:pt x="12271" y="3331"/>
                  </a:lnTo>
                  <a:lnTo>
                    <a:pt x="12349" y="3469"/>
                  </a:lnTo>
                  <a:lnTo>
                    <a:pt x="12421" y="3608"/>
                  </a:lnTo>
                  <a:lnTo>
                    <a:pt x="12491" y="3749"/>
                  </a:lnTo>
                  <a:lnTo>
                    <a:pt x="12556" y="3892"/>
                  </a:lnTo>
                  <a:lnTo>
                    <a:pt x="12618" y="4036"/>
                  </a:lnTo>
                  <a:lnTo>
                    <a:pt x="12676" y="4181"/>
                  </a:lnTo>
                  <a:lnTo>
                    <a:pt x="12730" y="4328"/>
                  </a:lnTo>
                  <a:lnTo>
                    <a:pt x="12781" y="4477"/>
                  </a:lnTo>
                  <a:lnTo>
                    <a:pt x="12828" y="4627"/>
                  </a:lnTo>
                  <a:lnTo>
                    <a:pt x="12871" y="4779"/>
                  </a:lnTo>
                  <a:lnTo>
                    <a:pt x="12910" y="4932"/>
                  </a:lnTo>
                  <a:lnTo>
                    <a:pt x="12946" y="5087"/>
                  </a:lnTo>
                  <a:lnTo>
                    <a:pt x="12977" y="5243"/>
                  </a:lnTo>
                  <a:lnTo>
                    <a:pt x="13006" y="5400"/>
                  </a:lnTo>
                  <a:lnTo>
                    <a:pt x="13030" y="5560"/>
                  </a:lnTo>
                  <a:lnTo>
                    <a:pt x="13051" y="5721"/>
                  </a:lnTo>
                  <a:lnTo>
                    <a:pt x="13067" y="5884"/>
                  </a:lnTo>
                  <a:lnTo>
                    <a:pt x="13080" y="6047"/>
                  </a:lnTo>
                  <a:lnTo>
                    <a:pt x="13090" y="6213"/>
                  </a:lnTo>
                  <a:lnTo>
                    <a:pt x="13096" y="6380"/>
                  </a:lnTo>
                  <a:lnTo>
                    <a:pt x="13098" y="6549"/>
                  </a:lnTo>
                  <a:close/>
                  <a:moveTo>
                    <a:pt x="12027" y="6549"/>
                  </a:moveTo>
                  <a:lnTo>
                    <a:pt x="12026" y="6407"/>
                  </a:lnTo>
                  <a:lnTo>
                    <a:pt x="12021" y="6267"/>
                  </a:lnTo>
                  <a:lnTo>
                    <a:pt x="12013" y="6129"/>
                  </a:lnTo>
                  <a:lnTo>
                    <a:pt x="12003" y="5991"/>
                  </a:lnTo>
                  <a:lnTo>
                    <a:pt x="11989" y="5855"/>
                  </a:lnTo>
                  <a:lnTo>
                    <a:pt x="11971" y="5721"/>
                  </a:lnTo>
                  <a:lnTo>
                    <a:pt x="11951" y="5587"/>
                  </a:lnTo>
                  <a:lnTo>
                    <a:pt x="11927" y="5454"/>
                  </a:lnTo>
                  <a:lnTo>
                    <a:pt x="11901" y="5324"/>
                  </a:lnTo>
                  <a:lnTo>
                    <a:pt x="11870" y="5194"/>
                  </a:lnTo>
                  <a:lnTo>
                    <a:pt x="11838" y="5065"/>
                  </a:lnTo>
                  <a:lnTo>
                    <a:pt x="11802" y="4939"/>
                  </a:lnTo>
                  <a:lnTo>
                    <a:pt x="11762" y="4812"/>
                  </a:lnTo>
                  <a:lnTo>
                    <a:pt x="11720" y="4689"/>
                  </a:lnTo>
                  <a:lnTo>
                    <a:pt x="11674" y="4565"/>
                  </a:lnTo>
                  <a:lnTo>
                    <a:pt x="11626" y="4443"/>
                  </a:lnTo>
                  <a:lnTo>
                    <a:pt x="11574" y="4323"/>
                  </a:lnTo>
                  <a:lnTo>
                    <a:pt x="11519" y="4204"/>
                  </a:lnTo>
                  <a:lnTo>
                    <a:pt x="11462" y="4086"/>
                  </a:lnTo>
                  <a:lnTo>
                    <a:pt x="11401" y="3970"/>
                  </a:lnTo>
                  <a:lnTo>
                    <a:pt x="11337" y="3854"/>
                  </a:lnTo>
                  <a:lnTo>
                    <a:pt x="11269" y="3740"/>
                  </a:lnTo>
                  <a:lnTo>
                    <a:pt x="11198" y="3627"/>
                  </a:lnTo>
                  <a:lnTo>
                    <a:pt x="11124" y="3515"/>
                  </a:lnTo>
                  <a:lnTo>
                    <a:pt x="11048" y="3405"/>
                  </a:lnTo>
                  <a:lnTo>
                    <a:pt x="10968" y="3296"/>
                  </a:lnTo>
                  <a:lnTo>
                    <a:pt x="10885" y="3189"/>
                  </a:lnTo>
                  <a:lnTo>
                    <a:pt x="10799" y="3083"/>
                  </a:lnTo>
                  <a:lnTo>
                    <a:pt x="10709" y="2978"/>
                  </a:lnTo>
                  <a:lnTo>
                    <a:pt x="10617" y="2874"/>
                  </a:lnTo>
                  <a:lnTo>
                    <a:pt x="10521" y="2771"/>
                  </a:lnTo>
                  <a:lnTo>
                    <a:pt x="10422" y="2670"/>
                  </a:lnTo>
                  <a:lnTo>
                    <a:pt x="10321" y="2571"/>
                  </a:lnTo>
                  <a:lnTo>
                    <a:pt x="10219" y="2476"/>
                  </a:lnTo>
                  <a:lnTo>
                    <a:pt x="10116" y="2383"/>
                  </a:lnTo>
                  <a:lnTo>
                    <a:pt x="10012" y="2293"/>
                  </a:lnTo>
                  <a:lnTo>
                    <a:pt x="9906" y="2207"/>
                  </a:lnTo>
                  <a:lnTo>
                    <a:pt x="9799" y="2124"/>
                  </a:lnTo>
                  <a:lnTo>
                    <a:pt x="9690" y="2044"/>
                  </a:lnTo>
                  <a:lnTo>
                    <a:pt x="9580" y="1968"/>
                  </a:lnTo>
                  <a:lnTo>
                    <a:pt x="9468" y="1893"/>
                  </a:lnTo>
                  <a:lnTo>
                    <a:pt x="9356" y="1823"/>
                  </a:lnTo>
                  <a:lnTo>
                    <a:pt x="9243" y="1755"/>
                  </a:lnTo>
                  <a:lnTo>
                    <a:pt x="9127" y="1691"/>
                  </a:lnTo>
                  <a:lnTo>
                    <a:pt x="9011" y="1630"/>
                  </a:lnTo>
                  <a:lnTo>
                    <a:pt x="8893" y="1572"/>
                  </a:lnTo>
                  <a:lnTo>
                    <a:pt x="8773" y="1517"/>
                  </a:lnTo>
                  <a:lnTo>
                    <a:pt x="8654" y="1465"/>
                  </a:lnTo>
                  <a:lnTo>
                    <a:pt x="8532" y="1416"/>
                  </a:lnTo>
                  <a:lnTo>
                    <a:pt x="8409" y="1371"/>
                  </a:lnTo>
                  <a:lnTo>
                    <a:pt x="8285" y="1328"/>
                  </a:lnTo>
                  <a:lnTo>
                    <a:pt x="8159" y="1289"/>
                  </a:lnTo>
                  <a:lnTo>
                    <a:pt x="8032" y="1252"/>
                  </a:lnTo>
                  <a:lnTo>
                    <a:pt x="7904" y="1220"/>
                  </a:lnTo>
                  <a:lnTo>
                    <a:pt x="7774" y="1190"/>
                  </a:lnTo>
                  <a:lnTo>
                    <a:pt x="7643" y="1163"/>
                  </a:lnTo>
                  <a:lnTo>
                    <a:pt x="7511" y="1139"/>
                  </a:lnTo>
                  <a:lnTo>
                    <a:pt x="7378" y="1119"/>
                  </a:lnTo>
                  <a:lnTo>
                    <a:pt x="7243" y="1101"/>
                  </a:lnTo>
                  <a:lnTo>
                    <a:pt x="7106" y="1087"/>
                  </a:lnTo>
                  <a:lnTo>
                    <a:pt x="6969" y="1076"/>
                  </a:lnTo>
                  <a:lnTo>
                    <a:pt x="6831" y="1069"/>
                  </a:lnTo>
                  <a:lnTo>
                    <a:pt x="6690" y="1064"/>
                  </a:lnTo>
                  <a:lnTo>
                    <a:pt x="6549" y="1063"/>
                  </a:lnTo>
                  <a:lnTo>
                    <a:pt x="6407" y="1064"/>
                  </a:lnTo>
                  <a:lnTo>
                    <a:pt x="6267" y="1069"/>
                  </a:lnTo>
                  <a:lnTo>
                    <a:pt x="6129" y="1076"/>
                  </a:lnTo>
                  <a:lnTo>
                    <a:pt x="5991" y="1087"/>
                  </a:lnTo>
                  <a:lnTo>
                    <a:pt x="5855" y="1101"/>
                  </a:lnTo>
                  <a:lnTo>
                    <a:pt x="5720" y="1119"/>
                  </a:lnTo>
                  <a:lnTo>
                    <a:pt x="5587" y="1139"/>
                  </a:lnTo>
                  <a:lnTo>
                    <a:pt x="5454" y="1163"/>
                  </a:lnTo>
                  <a:lnTo>
                    <a:pt x="5324" y="1190"/>
                  </a:lnTo>
                  <a:lnTo>
                    <a:pt x="5194" y="1220"/>
                  </a:lnTo>
                  <a:lnTo>
                    <a:pt x="5065" y="1252"/>
                  </a:lnTo>
                  <a:lnTo>
                    <a:pt x="4939" y="1289"/>
                  </a:lnTo>
                  <a:lnTo>
                    <a:pt x="4813" y="1328"/>
                  </a:lnTo>
                  <a:lnTo>
                    <a:pt x="4689" y="1371"/>
                  </a:lnTo>
                  <a:lnTo>
                    <a:pt x="4565" y="1416"/>
                  </a:lnTo>
                  <a:lnTo>
                    <a:pt x="4444" y="1465"/>
                  </a:lnTo>
                  <a:lnTo>
                    <a:pt x="4324" y="1517"/>
                  </a:lnTo>
                  <a:lnTo>
                    <a:pt x="4204" y="1572"/>
                  </a:lnTo>
                  <a:lnTo>
                    <a:pt x="4086" y="1630"/>
                  </a:lnTo>
                  <a:lnTo>
                    <a:pt x="3969" y="1691"/>
                  </a:lnTo>
                  <a:lnTo>
                    <a:pt x="3854" y="1755"/>
                  </a:lnTo>
                  <a:lnTo>
                    <a:pt x="3740" y="1823"/>
                  </a:lnTo>
                  <a:lnTo>
                    <a:pt x="3627" y="1893"/>
                  </a:lnTo>
                  <a:lnTo>
                    <a:pt x="3515" y="1968"/>
                  </a:lnTo>
                  <a:lnTo>
                    <a:pt x="3405" y="2044"/>
                  </a:lnTo>
                  <a:lnTo>
                    <a:pt x="3296" y="2124"/>
                  </a:lnTo>
                  <a:lnTo>
                    <a:pt x="3189" y="2207"/>
                  </a:lnTo>
                  <a:lnTo>
                    <a:pt x="3083" y="2293"/>
                  </a:lnTo>
                  <a:lnTo>
                    <a:pt x="2978" y="2383"/>
                  </a:lnTo>
                  <a:lnTo>
                    <a:pt x="2874" y="2476"/>
                  </a:lnTo>
                  <a:lnTo>
                    <a:pt x="2772" y="2571"/>
                  </a:lnTo>
                  <a:lnTo>
                    <a:pt x="2671" y="2670"/>
                  </a:lnTo>
                  <a:lnTo>
                    <a:pt x="2572" y="2771"/>
                  </a:lnTo>
                  <a:lnTo>
                    <a:pt x="2476" y="2874"/>
                  </a:lnTo>
                  <a:lnTo>
                    <a:pt x="2383" y="2978"/>
                  </a:lnTo>
                  <a:lnTo>
                    <a:pt x="2294" y="3083"/>
                  </a:lnTo>
                  <a:lnTo>
                    <a:pt x="2207" y="3189"/>
                  </a:lnTo>
                  <a:lnTo>
                    <a:pt x="2125" y="3296"/>
                  </a:lnTo>
                  <a:lnTo>
                    <a:pt x="2044" y="3405"/>
                  </a:lnTo>
                  <a:lnTo>
                    <a:pt x="1968" y="3515"/>
                  </a:lnTo>
                  <a:lnTo>
                    <a:pt x="1894" y="3627"/>
                  </a:lnTo>
                  <a:lnTo>
                    <a:pt x="1823" y="3740"/>
                  </a:lnTo>
                  <a:lnTo>
                    <a:pt x="1755" y="3854"/>
                  </a:lnTo>
                  <a:lnTo>
                    <a:pt x="1691" y="3970"/>
                  </a:lnTo>
                  <a:lnTo>
                    <a:pt x="1630" y="4086"/>
                  </a:lnTo>
                  <a:lnTo>
                    <a:pt x="1572" y="4204"/>
                  </a:lnTo>
                  <a:lnTo>
                    <a:pt x="1517" y="4323"/>
                  </a:lnTo>
                  <a:lnTo>
                    <a:pt x="1464" y="4443"/>
                  </a:lnTo>
                  <a:lnTo>
                    <a:pt x="1417" y="4565"/>
                  </a:lnTo>
                  <a:lnTo>
                    <a:pt x="1371" y="4689"/>
                  </a:lnTo>
                  <a:lnTo>
                    <a:pt x="1328" y="4812"/>
                  </a:lnTo>
                  <a:lnTo>
                    <a:pt x="1289" y="4939"/>
                  </a:lnTo>
                  <a:lnTo>
                    <a:pt x="1252" y="5065"/>
                  </a:lnTo>
                  <a:lnTo>
                    <a:pt x="1220" y="5194"/>
                  </a:lnTo>
                  <a:lnTo>
                    <a:pt x="1190" y="5324"/>
                  </a:lnTo>
                  <a:lnTo>
                    <a:pt x="1163" y="5454"/>
                  </a:lnTo>
                  <a:lnTo>
                    <a:pt x="1139" y="5587"/>
                  </a:lnTo>
                  <a:lnTo>
                    <a:pt x="1119" y="5721"/>
                  </a:lnTo>
                  <a:lnTo>
                    <a:pt x="1101" y="5855"/>
                  </a:lnTo>
                  <a:lnTo>
                    <a:pt x="1087" y="5991"/>
                  </a:lnTo>
                  <a:lnTo>
                    <a:pt x="1077" y="6129"/>
                  </a:lnTo>
                  <a:lnTo>
                    <a:pt x="1069" y="6267"/>
                  </a:lnTo>
                  <a:lnTo>
                    <a:pt x="1063" y="6407"/>
                  </a:lnTo>
                  <a:lnTo>
                    <a:pt x="1062" y="6549"/>
                  </a:lnTo>
                  <a:lnTo>
                    <a:pt x="1063" y="6690"/>
                  </a:lnTo>
                  <a:lnTo>
                    <a:pt x="1069" y="6831"/>
                  </a:lnTo>
                  <a:lnTo>
                    <a:pt x="1077" y="6969"/>
                  </a:lnTo>
                  <a:lnTo>
                    <a:pt x="1087" y="7106"/>
                  </a:lnTo>
                  <a:lnTo>
                    <a:pt x="1101" y="7243"/>
                  </a:lnTo>
                  <a:lnTo>
                    <a:pt x="1119" y="7378"/>
                  </a:lnTo>
                  <a:lnTo>
                    <a:pt x="1139" y="7511"/>
                  </a:lnTo>
                  <a:lnTo>
                    <a:pt x="1163" y="7643"/>
                  </a:lnTo>
                  <a:lnTo>
                    <a:pt x="1190" y="7774"/>
                  </a:lnTo>
                  <a:lnTo>
                    <a:pt x="1220" y="7903"/>
                  </a:lnTo>
                  <a:lnTo>
                    <a:pt x="1252" y="8032"/>
                  </a:lnTo>
                  <a:lnTo>
                    <a:pt x="1289" y="8159"/>
                  </a:lnTo>
                  <a:lnTo>
                    <a:pt x="1328" y="8285"/>
                  </a:lnTo>
                  <a:lnTo>
                    <a:pt x="1371" y="8408"/>
                  </a:lnTo>
                  <a:lnTo>
                    <a:pt x="1417" y="8532"/>
                  </a:lnTo>
                  <a:lnTo>
                    <a:pt x="1464" y="8653"/>
                  </a:lnTo>
                  <a:lnTo>
                    <a:pt x="1517" y="8773"/>
                  </a:lnTo>
                  <a:lnTo>
                    <a:pt x="1572" y="8893"/>
                  </a:lnTo>
                  <a:lnTo>
                    <a:pt x="1630" y="9010"/>
                  </a:lnTo>
                  <a:lnTo>
                    <a:pt x="1691" y="9128"/>
                  </a:lnTo>
                  <a:lnTo>
                    <a:pt x="1755" y="9242"/>
                  </a:lnTo>
                  <a:lnTo>
                    <a:pt x="1823" y="9356"/>
                  </a:lnTo>
                  <a:lnTo>
                    <a:pt x="1894" y="9468"/>
                  </a:lnTo>
                  <a:lnTo>
                    <a:pt x="1968" y="9580"/>
                  </a:lnTo>
                  <a:lnTo>
                    <a:pt x="2044" y="9690"/>
                  </a:lnTo>
                  <a:lnTo>
                    <a:pt x="2125" y="9798"/>
                  </a:lnTo>
                  <a:lnTo>
                    <a:pt x="2207" y="9905"/>
                  </a:lnTo>
                  <a:lnTo>
                    <a:pt x="2294" y="10011"/>
                  </a:lnTo>
                  <a:lnTo>
                    <a:pt x="2383" y="10116"/>
                  </a:lnTo>
                  <a:lnTo>
                    <a:pt x="2476" y="10219"/>
                  </a:lnTo>
                  <a:lnTo>
                    <a:pt x="2572" y="10321"/>
                  </a:lnTo>
                  <a:lnTo>
                    <a:pt x="2671" y="10422"/>
                  </a:lnTo>
                  <a:lnTo>
                    <a:pt x="2772" y="10521"/>
                  </a:lnTo>
                  <a:lnTo>
                    <a:pt x="2874" y="10616"/>
                  </a:lnTo>
                  <a:lnTo>
                    <a:pt x="2978" y="10709"/>
                  </a:lnTo>
                  <a:lnTo>
                    <a:pt x="3083" y="10799"/>
                  </a:lnTo>
                  <a:lnTo>
                    <a:pt x="3189" y="10885"/>
                  </a:lnTo>
                  <a:lnTo>
                    <a:pt x="3296" y="10967"/>
                  </a:lnTo>
                  <a:lnTo>
                    <a:pt x="3405" y="11048"/>
                  </a:lnTo>
                  <a:lnTo>
                    <a:pt x="3515" y="11124"/>
                  </a:lnTo>
                  <a:lnTo>
                    <a:pt x="3627" y="11198"/>
                  </a:lnTo>
                  <a:lnTo>
                    <a:pt x="3740" y="11268"/>
                  </a:lnTo>
                  <a:lnTo>
                    <a:pt x="3854" y="11336"/>
                  </a:lnTo>
                  <a:lnTo>
                    <a:pt x="3969" y="11400"/>
                  </a:lnTo>
                  <a:lnTo>
                    <a:pt x="4086" y="11461"/>
                  </a:lnTo>
                  <a:lnTo>
                    <a:pt x="4204" y="11519"/>
                  </a:lnTo>
                  <a:lnTo>
                    <a:pt x="4324" y="11574"/>
                  </a:lnTo>
                  <a:lnTo>
                    <a:pt x="4444" y="11626"/>
                  </a:lnTo>
                  <a:lnTo>
                    <a:pt x="4565" y="11674"/>
                  </a:lnTo>
                  <a:lnTo>
                    <a:pt x="4689" y="11720"/>
                  </a:lnTo>
                  <a:lnTo>
                    <a:pt x="4813" y="11762"/>
                  </a:lnTo>
                  <a:lnTo>
                    <a:pt x="4939" y="11802"/>
                  </a:lnTo>
                  <a:lnTo>
                    <a:pt x="5065" y="11838"/>
                  </a:lnTo>
                  <a:lnTo>
                    <a:pt x="5194" y="11870"/>
                  </a:lnTo>
                  <a:lnTo>
                    <a:pt x="5324" y="11900"/>
                  </a:lnTo>
                  <a:lnTo>
                    <a:pt x="5454" y="11927"/>
                  </a:lnTo>
                  <a:lnTo>
                    <a:pt x="5587" y="11951"/>
                  </a:lnTo>
                  <a:lnTo>
                    <a:pt x="5720" y="11971"/>
                  </a:lnTo>
                  <a:lnTo>
                    <a:pt x="5855" y="11988"/>
                  </a:lnTo>
                  <a:lnTo>
                    <a:pt x="5991" y="12002"/>
                  </a:lnTo>
                  <a:lnTo>
                    <a:pt x="6129" y="12013"/>
                  </a:lnTo>
                  <a:lnTo>
                    <a:pt x="6267" y="12021"/>
                  </a:lnTo>
                  <a:lnTo>
                    <a:pt x="6407" y="12025"/>
                  </a:lnTo>
                  <a:lnTo>
                    <a:pt x="6549" y="12027"/>
                  </a:lnTo>
                  <a:lnTo>
                    <a:pt x="6690" y="12025"/>
                  </a:lnTo>
                  <a:lnTo>
                    <a:pt x="6831" y="12021"/>
                  </a:lnTo>
                  <a:lnTo>
                    <a:pt x="6969" y="12013"/>
                  </a:lnTo>
                  <a:lnTo>
                    <a:pt x="7106" y="12002"/>
                  </a:lnTo>
                  <a:lnTo>
                    <a:pt x="7243" y="11988"/>
                  </a:lnTo>
                  <a:lnTo>
                    <a:pt x="7378" y="11971"/>
                  </a:lnTo>
                  <a:lnTo>
                    <a:pt x="7511" y="11951"/>
                  </a:lnTo>
                  <a:lnTo>
                    <a:pt x="7643" y="11927"/>
                  </a:lnTo>
                  <a:lnTo>
                    <a:pt x="7774" y="11900"/>
                  </a:lnTo>
                  <a:lnTo>
                    <a:pt x="7904" y="11870"/>
                  </a:lnTo>
                  <a:lnTo>
                    <a:pt x="8032" y="11838"/>
                  </a:lnTo>
                  <a:lnTo>
                    <a:pt x="8159" y="11802"/>
                  </a:lnTo>
                  <a:lnTo>
                    <a:pt x="8285" y="11762"/>
                  </a:lnTo>
                  <a:lnTo>
                    <a:pt x="8409" y="11720"/>
                  </a:lnTo>
                  <a:lnTo>
                    <a:pt x="8532" y="11674"/>
                  </a:lnTo>
                  <a:lnTo>
                    <a:pt x="8654" y="11626"/>
                  </a:lnTo>
                  <a:lnTo>
                    <a:pt x="8773" y="11574"/>
                  </a:lnTo>
                  <a:lnTo>
                    <a:pt x="8893" y="11519"/>
                  </a:lnTo>
                  <a:lnTo>
                    <a:pt x="9011" y="11461"/>
                  </a:lnTo>
                  <a:lnTo>
                    <a:pt x="9127" y="11400"/>
                  </a:lnTo>
                  <a:lnTo>
                    <a:pt x="9243" y="11336"/>
                  </a:lnTo>
                  <a:lnTo>
                    <a:pt x="9356" y="11268"/>
                  </a:lnTo>
                  <a:lnTo>
                    <a:pt x="9468" y="11198"/>
                  </a:lnTo>
                  <a:lnTo>
                    <a:pt x="9580" y="11124"/>
                  </a:lnTo>
                  <a:lnTo>
                    <a:pt x="9690" y="11048"/>
                  </a:lnTo>
                  <a:lnTo>
                    <a:pt x="9799" y="10967"/>
                  </a:lnTo>
                  <a:lnTo>
                    <a:pt x="9906" y="10885"/>
                  </a:lnTo>
                  <a:lnTo>
                    <a:pt x="10012" y="10799"/>
                  </a:lnTo>
                  <a:lnTo>
                    <a:pt x="10116" y="10709"/>
                  </a:lnTo>
                  <a:lnTo>
                    <a:pt x="10219" y="10616"/>
                  </a:lnTo>
                  <a:lnTo>
                    <a:pt x="10321" y="10521"/>
                  </a:lnTo>
                  <a:lnTo>
                    <a:pt x="10422" y="10422"/>
                  </a:lnTo>
                  <a:lnTo>
                    <a:pt x="10521" y="10321"/>
                  </a:lnTo>
                  <a:lnTo>
                    <a:pt x="10617" y="10219"/>
                  </a:lnTo>
                  <a:lnTo>
                    <a:pt x="10709" y="10116"/>
                  </a:lnTo>
                  <a:lnTo>
                    <a:pt x="10799" y="10011"/>
                  </a:lnTo>
                  <a:lnTo>
                    <a:pt x="10885" y="9905"/>
                  </a:lnTo>
                  <a:lnTo>
                    <a:pt x="10968" y="9798"/>
                  </a:lnTo>
                  <a:lnTo>
                    <a:pt x="11048" y="9690"/>
                  </a:lnTo>
                  <a:lnTo>
                    <a:pt x="11124" y="9580"/>
                  </a:lnTo>
                  <a:lnTo>
                    <a:pt x="11198" y="9468"/>
                  </a:lnTo>
                  <a:lnTo>
                    <a:pt x="11269" y="9356"/>
                  </a:lnTo>
                  <a:lnTo>
                    <a:pt x="11337" y="9242"/>
                  </a:lnTo>
                  <a:lnTo>
                    <a:pt x="11401" y="9128"/>
                  </a:lnTo>
                  <a:lnTo>
                    <a:pt x="11462" y="9010"/>
                  </a:lnTo>
                  <a:lnTo>
                    <a:pt x="11519" y="8893"/>
                  </a:lnTo>
                  <a:lnTo>
                    <a:pt x="11574" y="8773"/>
                  </a:lnTo>
                  <a:lnTo>
                    <a:pt x="11626" y="8653"/>
                  </a:lnTo>
                  <a:lnTo>
                    <a:pt x="11674" y="8532"/>
                  </a:lnTo>
                  <a:lnTo>
                    <a:pt x="11720" y="8408"/>
                  </a:lnTo>
                  <a:lnTo>
                    <a:pt x="11762" y="8285"/>
                  </a:lnTo>
                  <a:lnTo>
                    <a:pt x="11802" y="8159"/>
                  </a:lnTo>
                  <a:lnTo>
                    <a:pt x="11838" y="8032"/>
                  </a:lnTo>
                  <a:lnTo>
                    <a:pt x="11870" y="7903"/>
                  </a:lnTo>
                  <a:lnTo>
                    <a:pt x="11901" y="7774"/>
                  </a:lnTo>
                  <a:lnTo>
                    <a:pt x="11927" y="7643"/>
                  </a:lnTo>
                  <a:lnTo>
                    <a:pt x="11951" y="7511"/>
                  </a:lnTo>
                  <a:lnTo>
                    <a:pt x="11971" y="7378"/>
                  </a:lnTo>
                  <a:lnTo>
                    <a:pt x="11989" y="7243"/>
                  </a:lnTo>
                  <a:lnTo>
                    <a:pt x="12003" y="7106"/>
                  </a:lnTo>
                  <a:lnTo>
                    <a:pt x="12013" y="6969"/>
                  </a:lnTo>
                  <a:lnTo>
                    <a:pt x="12021" y="6831"/>
                  </a:lnTo>
                  <a:lnTo>
                    <a:pt x="12026" y="6690"/>
                  </a:lnTo>
                  <a:lnTo>
                    <a:pt x="12027" y="6549"/>
                  </a:lnTo>
                  <a:close/>
                  <a:moveTo>
                    <a:pt x="7892" y="3175"/>
                  </a:moveTo>
                  <a:lnTo>
                    <a:pt x="7892" y="3207"/>
                  </a:lnTo>
                  <a:lnTo>
                    <a:pt x="7891" y="3239"/>
                  </a:lnTo>
                  <a:lnTo>
                    <a:pt x="7889" y="3271"/>
                  </a:lnTo>
                  <a:lnTo>
                    <a:pt x="7886" y="3302"/>
                  </a:lnTo>
                  <a:lnTo>
                    <a:pt x="7883" y="3334"/>
                  </a:lnTo>
                  <a:lnTo>
                    <a:pt x="7879" y="3364"/>
                  </a:lnTo>
                  <a:lnTo>
                    <a:pt x="7873" y="3395"/>
                  </a:lnTo>
                  <a:lnTo>
                    <a:pt x="7867" y="3425"/>
                  </a:lnTo>
                  <a:lnTo>
                    <a:pt x="7861" y="3455"/>
                  </a:lnTo>
                  <a:lnTo>
                    <a:pt x="7853" y="3485"/>
                  </a:lnTo>
                  <a:lnTo>
                    <a:pt x="7846" y="3514"/>
                  </a:lnTo>
                  <a:lnTo>
                    <a:pt x="7837" y="3543"/>
                  </a:lnTo>
                  <a:lnTo>
                    <a:pt x="7827" y="3572"/>
                  </a:lnTo>
                  <a:lnTo>
                    <a:pt x="7816" y="3600"/>
                  </a:lnTo>
                  <a:lnTo>
                    <a:pt x="7805" y="3629"/>
                  </a:lnTo>
                  <a:lnTo>
                    <a:pt x="7794" y="3656"/>
                  </a:lnTo>
                  <a:lnTo>
                    <a:pt x="7781" y="3684"/>
                  </a:lnTo>
                  <a:lnTo>
                    <a:pt x="7767" y="3711"/>
                  </a:lnTo>
                  <a:lnTo>
                    <a:pt x="7753" y="3738"/>
                  </a:lnTo>
                  <a:lnTo>
                    <a:pt x="7738" y="3764"/>
                  </a:lnTo>
                  <a:lnTo>
                    <a:pt x="7721" y="3791"/>
                  </a:lnTo>
                  <a:lnTo>
                    <a:pt x="7705" y="3818"/>
                  </a:lnTo>
                  <a:lnTo>
                    <a:pt x="7688" y="3843"/>
                  </a:lnTo>
                  <a:lnTo>
                    <a:pt x="7669" y="3869"/>
                  </a:lnTo>
                  <a:lnTo>
                    <a:pt x="7651" y="3894"/>
                  </a:lnTo>
                  <a:lnTo>
                    <a:pt x="7631" y="3919"/>
                  </a:lnTo>
                  <a:lnTo>
                    <a:pt x="7610" y="3943"/>
                  </a:lnTo>
                  <a:lnTo>
                    <a:pt x="7589" y="3968"/>
                  </a:lnTo>
                  <a:lnTo>
                    <a:pt x="7567" y="3992"/>
                  </a:lnTo>
                  <a:lnTo>
                    <a:pt x="7544" y="4015"/>
                  </a:lnTo>
                  <a:lnTo>
                    <a:pt x="7520" y="4039"/>
                  </a:lnTo>
                  <a:lnTo>
                    <a:pt x="7496" y="4062"/>
                  </a:lnTo>
                  <a:lnTo>
                    <a:pt x="7471" y="4085"/>
                  </a:lnTo>
                  <a:lnTo>
                    <a:pt x="7446" y="4106"/>
                  </a:lnTo>
                  <a:lnTo>
                    <a:pt x="7420" y="4128"/>
                  </a:lnTo>
                  <a:lnTo>
                    <a:pt x="7395" y="4148"/>
                  </a:lnTo>
                  <a:lnTo>
                    <a:pt x="7368" y="4169"/>
                  </a:lnTo>
                  <a:lnTo>
                    <a:pt x="7342" y="4187"/>
                  </a:lnTo>
                  <a:lnTo>
                    <a:pt x="7315" y="4205"/>
                  </a:lnTo>
                  <a:lnTo>
                    <a:pt x="7289" y="4224"/>
                  </a:lnTo>
                  <a:lnTo>
                    <a:pt x="7261" y="4240"/>
                  </a:lnTo>
                  <a:lnTo>
                    <a:pt x="7234" y="4256"/>
                  </a:lnTo>
                  <a:lnTo>
                    <a:pt x="7205" y="4272"/>
                  </a:lnTo>
                  <a:lnTo>
                    <a:pt x="7178" y="4287"/>
                  </a:lnTo>
                  <a:lnTo>
                    <a:pt x="7149" y="4300"/>
                  </a:lnTo>
                  <a:lnTo>
                    <a:pt x="7120" y="4314"/>
                  </a:lnTo>
                  <a:lnTo>
                    <a:pt x="7091" y="4327"/>
                  </a:lnTo>
                  <a:lnTo>
                    <a:pt x="7061" y="4338"/>
                  </a:lnTo>
                  <a:lnTo>
                    <a:pt x="7032" y="4349"/>
                  </a:lnTo>
                  <a:lnTo>
                    <a:pt x="7002" y="4360"/>
                  </a:lnTo>
                  <a:lnTo>
                    <a:pt x="6971" y="4370"/>
                  </a:lnTo>
                  <a:lnTo>
                    <a:pt x="6941" y="4379"/>
                  </a:lnTo>
                  <a:lnTo>
                    <a:pt x="6910" y="4387"/>
                  </a:lnTo>
                  <a:lnTo>
                    <a:pt x="6879" y="4395"/>
                  </a:lnTo>
                  <a:lnTo>
                    <a:pt x="6847" y="4401"/>
                  </a:lnTo>
                  <a:lnTo>
                    <a:pt x="6815" y="4407"/>
                  </a:lnTo>
                  <a:lnTo>
                    <a:pt x="6783" y="4413"/>
                  </a:lnTo>
                  <a:lnTo>
                    <a:pt x="6750" y="4417"/>
                  </a:lnTo>
                  <a:lnTo>
                    <a:pt x="6717" y="4422"/>
                  </a:lnTo>
                  <a:lnTo>
                    <a:pt x="6685" y="4425"/>
                  </a:lnTo>
                  <a:lnTo>
                    <a:pt x="6651" y="4428"/>
                  </a:lnTo>
                  <a:lnTo>
                    <a:pt x="6617" y="4429"/>
                  </a:lnTo>
                  <a:lnTo>
                    <a:pt x="6584" y="4430"/>
                  </a:lnTo>
                  <a:lnTo>
                    <a:pt x="6549" y="4431"/>
                  </a:lnTo>
                  <a:lnTo>
                    <a:pt x="6514" y="4430"/>
                  </a:lnTo>
                  <a:lnTo>
                    <a:pt x="6480" y="4429"/>
                  </a:lnTo>
                  <a:lnTo>
                    <a:pt x="6445" y="4428"/>
                  </a:lnTo>
                  <a:lnTo>
                    <a:pt x="6411" y="4425"/>
                  </a:lnTo>
                  <a:lnTo>
                    <a:pt x="6378" y="4422"/>
                  </a:lnTo>
                  <a:lnTo>
                    <a:pt x="6345" y="4417"/>
                  </a:lnTo>
                  <a:lnTo>
                    <a:pt x="6311" y="4413"/>
                  </a:lnTo>
                  <a:lnTo>
                    <a:pt x="6280" y="4407"/>
                  </a:lnTo>
                  <a:lnTo>
                    <a:pt x="6247" y="4401"/>
                  </a:lnTo>
                  <a:lnTo>
                    <a:pt x="6215" y="4395"/>
                  </a:lnTo>
                  <a:lnTo>
                    <a:pt x="6184" y="4387"/>
                  </a:lnTo>
                  <a:lnTo>
                    <a:pt x="6152" y="4379"/>
                  </a:lnTo>
                  <a:lnTo>
                    <a:pt x="6121" y="4370"/>
                  </a:lnTo>
                  <a:lnTo>
                    <a:pt x="6091" y="4360"/>
                  </a:lnTo>
                  <a:lnTo>
                    <a:pt x="6060" y="4349"/>
                  </a:lnTo>
                  <a:lnTo>
                    <a:pt x="6031" y="4338"/>
                  </a:lnTo>
                  <a:lnTo>
                    <a:pt x="6001" y="4327"/>
                  </a:lnTo>
                  <a:lnTo>
                    <a:pt x="5971" y="4314"/>
                  </a:lnTo>
                  <a:lnTo>
                    <a:pt x="5943" y="4300"/>
                  </a:lnTo>
                  <a:lnTo>
                    <a:pt x="5914" y="4287"/>
                  </a:lnTo>
                  <a:lnTo>
                    <a:pt x="5886" y="4272"/>
                  </a:lnTo>
                  <a:lnTo>
                    <a:pt x="5858" y="4256"/>
                  </a:lnTo>
                  <a:lnTo>
                    <a:pt x="5831" y="4240"/>
                  </a:lnTo>
                  <a:lnTo>
                    <a:pt x="5803" y="4224"/>
                  </a:lnTo>
                  <a:lnTo>
                    <a:pt x="5777" y="4205"/>
                  </a:lnTo>
                  <a:lnTo>
                    <a:pt x="5749" y="4187"/>
                  </a:lnTo>
                  <a:lnTo>
                    <a:pt x="5724" y="4169"/>
                  </a:lnTo>
                  <a:lnTo>
                    <a:pt x="5697" y="4148"/>
                  </a:lnTo>
                  <a:lnTo>
                    <a:pt x="5671" y="4128"/>
                  </a:lnTo>
                  <a:lnTo>
                    <a:pt x="5646" y="4106"/>
                  </a:lnTo>
                  <a:lnTo>
                    <a:pt x="5621" y="4085"/>
                  </a:lnTo>
                  <a:lnTo>
                    <a:pt x="5596" y="4062"/>
                  </a:lnTo>
                  <a:lnTo>
                    <a:pt x="5573" y="4039"/>
                  </a:lnTo>
                  <a:lnTo>
                    <a:pt x="5549" y="4015"/>
                  </a:lnTo>
                  <a:lnTo>
                    <a:pt x="5527" y="3992"/>
                  </a:lnTo>
                  <a:lnTo>
                    <a:pt x="5505" y="3968"/>
                  </a:lnTo>
                  <a:lnTo>
                    <a:pt x="5484" y="3943"/>
                  </a:lnTo>
                  <a:lnTo>
                    <a:pt x="5464" y="3919"/>
                  </a:lnTo>
                  <a:lnTo>
                    <a:pt x="5445" y="3894"/>
                  </a:lnTo>
                  <a:lnTo>
                    <a:pt x="5426" y="3869"/>
                  </a:lnTo>
                  <a:lnTo>
                    <a:pt x="5408" y="3843"/>
                  </a:lnTo>
                  <a:lnTo>
                    <a:pt x="5391" y="3818"/>
                  </a:lnTo>
                  <a:lnTo>
                    <a:pt x="5375" y="3791"/>
                  </a:lnTo>
                  <a:lnTo>
                    <a:pt x="5359" y="3764"/>
                  </a:lnTo>
                  <a:lnTo>
                    <a:pt x="5344" y="3738"/>
                  </a:lnTo>
                  <a:lnTo>
                    <a:pt x="5330" y="3711"/>
                  </a:lnTo>
                  <a:lnTo>
                    <a:pt x="5316" y="3684"/>
                  </a:lnTo>
                  <a:lnTo>
                    <a:pt x="5304" y="3656"/>
                  </a:lnTo>
                  <a:lnTo>
                    <a:pt x="5292" y="3629"/>
                  </a:lnTo>
                  <a:lnTo>
                    <a:pt x="5281" y="3600"/>
                  </a:lnTo>
                  <a:lnTo>
                    <a:pt x="5270" y="3572"/>
                  </a:lnTo>
                  <a:lnTo>
                    <a:pt x="5261" y="3543"/>
                  </a:lnTo>
                  <a:lnTo>
                    <a:pt x="5252" y="3514"/>
                  </a:lnTo>
                  <a:lnTo>
                    <a:pt x="5244" y="3485"/>
                  </a:lnTo>
                  <a:lnTo>
                    <a:pt x="5237" y="3455"/>
                  </a:lnTo>
                  <a:lnTo>
                    <a:pt x="5231" y="3425"/>
                  </a:lnTo>
                  <a:lnTo>
                    <a:pt x="5225" y="3395"/>
                  </a:lnTo>
                  <a:lnTo>
                    <a:pt x="5219" y="3364"/>
                  </a:lnTo>
                  <a:lnTo>
                    <a:pt x="5215" y="3334"/>
                  </a:lnTo>
                  <a:lnTo>
                    <a:pt x="5212" y="3302"/>
                  </a:lnTo>
                  <a:lnTo>
                    <a:pt x="5209" y="3271"/>
                  </a:lnTo>
                  <a:lnTo>
                    <a:pt x="5207" y="3239"/>
                  </a:lnTo>
                  <a:lnTo>
                    <a:pt x="5206" y="3207"/>
                  </a:lnTo>
                  <a:lnTo>
                    <a:pt x="5206" y="3175"/>
                  </a:lnTo>
                  <a:lnTo>
                    <a:pt x="5206" y="3142"/>
                  </a:lnTo>
                  <a:lnTo>
                    <a:pt x="5207" y="3110"/>
                  </a:lnTo>
                  <a:lnTo>
                    <a:pt x="5209" y="3079"/>
                  </a:lnTo>
                  <a:lnTo>
                    <a:pt x="5212" y="3047"/>
                  </a:lnTo>
                  <a:lnTo>
                    <a:pt x="5215" y="3016"/>
                  </a:lnTo>
                  <a:lnTo>
                    <a:pt x="5219" y="2985"/>
                  </a:lnTo>
                  <a:lnTo>
                    <a:pt x="5225" y="2954"/>
                  </a:lnTo>
                  <a:lnTo>
                    <a:pt x="5231" y="2924"/>
                  </a:lnTo>
                  <a:lnTo>
                    <a:pt x="5237" y="2894"/>
                  </a:lnTo>
                  <a:lnTo>
                    <a:pt x="5244" y="2864"/>
                  </a:lnTo>
                  <a:lnTo>
                    <a:pt x="5252" y="2835"/>
                  </a:lnTo>
                  <a:lnTo>
                    <a:pt x="5261" y="2805"/>
                  </a:lnTo>
                  <a:lnTo>
                    <a:pt x="5270" y="2777"/>
                  </a:lnTo>
                  <a:lnTo>
                    <a:pt x="5281" y="2748"/>
                  </a:lnTo>
                  <a:lnTo>
                    <a:pt x="5292" y="2720"/>
                  </a:lnTo>
                  <a:lnTo>
                    <a:pt x="5304" y="2692"/>
                  </a:lnTo>
                  <a:lnTo>
                    <a:pt x="5316" y="2664"/>
                  </a:lnTo>
                  <a:lnTo>
                    <a:pt x="5330" y="2637"/>
                  </a:lnTo>
                  <a:lnTo>
                    <a:pt x="5344" y="2610"/>
                  </a:lnTo>
                  <a:lnTo>
                    <a:pt x="5359" y="2583"/>
                  </a:lnTo>
                  <a:lnTo>
                    <a:pt x="5375" y="2556"/>
                  </a:lnTo>
                  <a:lnTo>
                    <a:pt x="5391" y="2531"/>
                  </a:lnTo>
                  <a:lnTo>
                    <a:pt x="5408" y="2504"/>
                  </a:lnTo>
                  <a:lnTo>
                    <a:pt x="5426" y="2479"/>
                  </a:lnTo>
                  <a:lnTo>
                    <a:pt x="5445" y="2453"/>
                  </a:lnTo>
                  <a:lnTo>
                    <a:pt x="5464" y="2429"/>
                  </a:lnTo>
                  <a:lnTo>
                    <a:pt x="5484" y="2404"/>
                  </a:lnTo>
                  <a:lnTo>
                    <a:pt x="5505" y="2380"/>
                  </a:lnTo>
                  <a:lnTo>
                    <a:pt x="5527" y="2355"/>
                  </a:lnTo>
                  <a:lnTo>
                    <a:pt x="5549" y="2332"/>
                  </a:lnTo>
                  <a:lnTo>
                    <a:pt x="5573" y="2308"/>
                  </a:lnTo>
                  <a:lnTo>
                    <a:pt x="5596" y="2285"/>
                  </a:lnTo>
                  <a:lnTo>
                    <a:pt x="5621" y="2262"/>
                  </a:lnTo>
                  <a:lnTo>
                    <a:pt x="5646" y="2241"/>
                  </a:lnTo>
                  <a:lnTo>
                    <a:pt x="5671" y="2220"/>
                  </a:lnTo>
                  <a:lnTo>
                    <a:pt x="5697" y="2199"/>
                  </a:lnTo>
                  <a:lnTo>
                    <a:pt x="5724" y="2180"/>
                  </a:lnTo>
                  <a:lnTo>
                    <a:pt x="5749" y="2161"/>
                  </a:lnTo>
                  <a:lnTo>
                    <a:pt x="5777" y="2143"/>
                  </a:lnTo>
                  <a:lnTo>
                    <a:pt x="5803" y="2126"/>
                  </a:lnTo>
                  <a:lnTo>
                    <a:pt x="5831" y="2108"/>
                  </a:lnTo>
                  <a:lnTo>
                    <a:pt x="5858" y="2092"/>
                  </a:lnTo>
                  <a:lnTo>
                    <a:pt x="5886" y="2077"/>
                  </a:lnTo>
                  <a:lnTo>
                    <a:pt x="5914" y="2062"/>
                  </a:lnTo>
                  <a:lnTo>
                    <a:pt x="5943" y="2048"/>
                  </a:lnTo>
                  <a:lnTo>
                    <a:pt x="5971" y="2035"/>
                  </a:lnTo>
                  <a:lnTo>
                    <a:pt x="6001" y="2023"/>
                  </a:lnTo>
                  <a:lnTo>
                    <a:pt x="6031" y="2011"/>
                  </a:lnTo>
                  <a:lnTo>
                    <a:pt x="6060" y="2000"/>
                  </a:lnTo>
                  <a:lnTo>
                    <a:pt x="6091" y="1990"/>
                  </a:lnTo>
                  <a:lnTo>
                    <a:pt x="6121" y="1980"/>
                  </a:lnTo>
                  <a:lnTo>
                    <a:pt x="6152" y="1971"/>
                  </a:lnTo>
                  <a:lnTo>
                    <a:pt x="6184" y="1962"/>
                  </a:lnTo>
                  <a:lnTo>
                    <a:pt x="6215" y="1955"/>
                  </a:lnTo>
                  <a:lnTo>
                    <a:pt x="6247" y="1948"/>
                  </a:lnTo>
                  <a:lnTo>
                    <a:pt x="6280" y="1942"/>
                  </a:lnTo>
                  <a:lnTo>
                    <a:pt x="6311" y="1937"/>
                  </a:lnTo>
                  <a:lnTo>
                    <a:pt x="6345" y="1932"/>
                  </a:lnTo>
                  <a:lnTo>
                    <a:pt x="6378" y="1928"/>
                  </a:lnTo>
                  <a:lnTo>
                    <a:pt x="6411" y="1925"/>
                  </a:lnTo>
                  <a:lnTo>
                    <a:pt x="6445" y="1923"/>
                  </a:lnTo>
                  <a:lnTo>
                    <a:pt x="6480" y="1921"/>
                  </a:lnTo>
                  <a:lnTo>
                    <a:pt x="6514" y="1920"/>
                  </a:lnTo>
                  <a:lnTo>
                    <a:pt x="6549" y="1920"/>
                  </a:lnTo>
                  <a:lnTo>
                    <a:pt x="6584" y="1920"/>
                  </a:lnTo>
                  <a:lnTo>
                    <a:pt x="6617" y="1921"/>
                  </a:lnTo>
                  <a:lnTo>
                    <a:pt x="6651" y="1923"/>
                  </a:lnTo>
                  <a:lnTo>
                    <a:pt x="6685" y="1925"/>
                  </a:lnTo>
                  <a:lnTo>
                    <a:pt x="6717" y="1928"/>
                  </a:lnTo>
                  <a:lnTo>
                    <a:pt x="6750" y="1932"/>
                  </a:lnTo>
                  <a:lnTo>
                    <a:pt x="6783" y="1937"/>
                  </a:lnTo>
                  <a:lnTo>
                    <a:pt x="6815" y="1942"/>
                  </a:lnTo>
                  <a:lnTo>
                    <a:pt x="6847" y="1948"/>
                  </a:lnTo>
                  <a:lnTo>
                    <a:pt x="6879" y="1955"/>
                  </a:lnTo>
                  <a:lnTo>
                    <a:pt x="6910" y="1962"/>
                  </a:lnTo>
                  <a:lnTo>
                    <a:pt x="6941" y="1971"/>
                  </a:lnTo>
                  <a:lnTo>
                    <a:pt x="6971" y="1980"/>
                  </a:lnTo>
                  <a:lnTo>
                    <a:pt x="7002" y="1990"/>
                  </a:lnTo>
                  <a:lnTo>
                    <a:pt x="7032" y="2000"/>
                  </a:lnTo>
                  <a:lnTo>
                    <a:pt x="7061" y="2011"/>
                  </a:lnTo>
                  <a:lnTo>
                    <a:pt x="7091" y="2023"/>
                  </a:lnTo>
                  <a:lnTo>
                    <a:pt x="7120" y="2035"/>
                  </a:lnTo>
                  <a:lnTo>
                    <a:pt x="7149" y="2048"/>
                  </a:lnTo>
                  <a:lnTo>
                    <a:pt x="7178" y="2062"/>
                  </a:lnTo>
                  <a:lnTo>
                    <a:pt x="7205" y="2077"/>
                  </a:lnTo>
                  <a:lnTo>
                    <a:pt x="7234" y="2092"/>
                  </a:lnTo>
                  <a:lnTo>
                    <a:pt x="7261" y="2108"/>
                  </a:lnTo>
                  <a:lnTo>
                    <a:pt x="7289" y="2126"/>
                  </a:lnTo>
                  <a:lnTo>
                    <a:pt x="7315" y="2143"/>
                  </a:lnTo>
                  <a:lnTo>
                    <a:pt x="7342" y="2161"/>
                  </a:lnTo>
                  <a:lnTo>
                    <a:pt x="7368" y="2180"/>
                  </a:lnTo>
                  <a:lnTo>
                    <a:pt x="7395" y="2199"/>
                  </a:lnTo>
                  <a:lnTo>
                    <a:pt x="7420" y="2220"/>
                  </a:lnTo>
                  <a:lnTo>
                    <a:pt x="7446" y="2241"/>
                  </a:lnTo>
                  <a:lnTo>
                    <a:pt x="7471" y="2262"/>
                  </a:lnTo>
                  <a:lnTo>
                    <a:pt x="7496" y="2285"/>
                  </a:lnTo>
                  <a:lnTo>
                    <a:pt x="7520" y="2308"/>
                  </a:lnTo>
                  <a:lnTo>
                    <a:pt x="7544" y="2332"/>
                  </a:lnTo>
                  <a:lnTo>
                    <a:pt x="7567" y="2355"/>
                  </a:lnTo>
                  <a:lnTo>
                    <a:pt x="7589" y="2380"/>
                  </a:lnTo>
                  <a:lnTo>
                    <a:pt x="7610" y="2404"/>
                  </a:lnTo>
                  <a:lnTo>
                    <a:pt x="7631" y="2429"/>
                  </a:lnTo>
                  <a:lnTo>
                    <a:pt x="7651" y="2453"/>
                  </a:lnTo>
                  <a:lnTo>
                    <a:pt x="7669" y="2479"/>
                  </a:lnTo>
                  <a:lnTo>
                    <a:pt x="7688" y="2504"/>
                  </a:lnTo>
                  <a:lnTo>
                    <a:pt x="7705" y="2531"/>
                  </a:lnTo>
                  <a:lnTo>
                    <a:pt x="7721" y="2556"/>
                  </a:lnTo>
                  <a:lnTo>
                    <a:pt x="7738" y="2583"/>
                  </a:lnTo>
                  <a:lnTo>
                    <a:pt x="7753" y="2610"/>
                  </a:lnTo>
                  <a:lnTo>
                    <a:pt x="7767" y="2637"/>
                  </a:lnTo>
                  <a:lnTo>
                    <a:pt x="7781" y="2664"/>
                  </a:lnTo>
                  <a:lnTo>
                    <a:pt x="7794" y="2692"/>
                  </a:lnTo>
                  <a:lnTo>
                    <a:pt x="7805" y="2720"/>
                  </a:lnTo>
                  <a:lnTo>
                    <a:pt x="7816" y="2748"/>
                  </a:lnTo>
                  <a:lnTo>
                    <a:pt x="7827" y="2777"/>
                  </a:lnTo>
                  <a:lnTo>
                    <a:pt x="7837" y="2805"/>
                  </a:lnTo>
                  <a:lnTo>
                    <a:pt x="7846" y="2835"/>
                  </a:lnTo>
                  <a:lnTo>
                    <a:pt x="7853" y="2864"/>
                  </a:lnTo>
                  <a:lnTo>
                    <a:pt x="7861" y="2894"/>
                  </a:lnTo>
                  <a:lnTo>
                    <a:pt x="7867" y="2924"/>
                  </a:lnTo>
                  <a:lnTo>
                    <a:pt x="7873" y="2954"/>
                  </a:lnTo>
                  <a:lnTo>
                    <a:pt x="7879" y="2985"/>
                  </a:lnTo>
                  <a:lnTo>
                    <a:pt x="7883" y="3016"/>
                  </a:lnTo>
                  <a:lnTo>
                    <a:pt x="7886" y="3047"/>
                  </a:lnTo>
                  <a:lnTo>
                    <a:pt x="7889" y="3079"/>
                  </a:lnTo>
                  <a:lnTo>
                    <a:pt x="7891" y="3110"/>
                  </a:lnTo>
                  <a:lnTo>
                    <a:pt x="7892" y="3142"/>
                  </a:lnTo>
                  <a:lnTo>
                    <a:pt x="7892" y="3175"/>
                  </a:lnTo>
                  <a:close/>
                  <a:moveTo>
                    <a:pt x="7644" y="11443"/>
                  </a:moveTo>
                  <a:lnTo>
                    <a:pt x="5446" y="11443"/>
                  </a:lnTo>
                  <a:lnTo>
                    <a:pt x="5446" y="5205"/>
                  </a:lnTo>
                  <a:lnTo>
                    <a:pt x="7644" y="5205"/>
                  </a:lnTo>
                  <a:lnTo>
                    <a:pt x="7644" y="11443"/>
                  </a:lnTo>
                  <a:close/>
                </a:path>
              </a:pathLst>
            </a:custGeom>
            <a:solidFill>
              <a:srgbClr val="EF7F00"/>
            </a:solidFill>
            <a:ln w="9525">
              <a:noFill/>
              <a:round/>
              <a:headEnd/>
              <a:tailEnd/>
            </a:ln>
          </p:spPr>
          <p:txBody>
            <a:bodyPr lIns="103156" tIns="51579" rIns="103156" bIns="5157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F68F70A-8A6D-F401-BAE5-A1586C31AC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875096" y="2963324"/>
              <a:ext cx="533400" cy="569383"/>
            </a:xfrm>
            <a:custGeom>
              <a:avLst/>
              <a:gdLst>
                <a:gd name="T0" fmla="*/ 0 w 10884"/>
                <a:gd name="T1" fmla="*/ 2147483647 h 11628"/>
                <a:gd name="T2" fmla="*/ 2147483647 w 10884"/>
                <a:gd name="T3" fmla="*/ 0 h 11628"/>
                <a:gd name="T4" fmla="*/ 2147483647 w 10884"/>
                <a:gd name="T5" fmla="*/ 0 h 11628"/>
                <a:gd name="T6" fmla="*/ 2147483647 w 10884"/>
                <a:gd name="T7" fmla="*/ 2147483647 h 11628"/>
                <a:gd name="T8" fmla="*/ 2147483647 w 10884"/>
                <a:gd name="T9" fmla="*/ 2147483647 h 11628"/>
                <a:gd name="T10" fmla="*/ 2147483647 w 10884"/>
                <a:gd name="T11" fmla="*/ 2147483647 h 11628"/>
                <a:gd name="T12" fmla="*/ 2147483647 w 10884"/>
                <a:gd name="T13" fmla="*/ 2147483647 h 11628"/>
                <a:gd name="T14" fmla="*/ 2147483647 w 10884"/>
                <a:gd name="T15" fmla="*/ 2147483647 h 11628"/>
                <a:gd name="T16" fmla="*/ 0 w 10884"/>
                <a:gd name="T17" fmla="*/ 2147483647 h 11628"/>
                <a:gd name="T18" fmla="*/ 2147483647 w 10884"/>
                <a:gd name="T19" fmla="*/ 2147483647 h 11628"/>
                <a:gd name="T20" fmla="*/ 2147483647 w 10884"/>
                <a:gd name="T21" fmla="*/ 2147483647 h 11628"/>
                <a:gd name="T22" fmla="*/ 2147483647 w 10884"/>
                <a:gd name="T23" fmla="*/ 2147483647 h 11628"/>
                <a:gd name="T24" fmla="*/ 2147483647 w 10884"/>
                <a:gd name="T25" fmla="*/ 2147483647 h 11628"/>
                <a:gd name="T26" fmla="*/ 2147483647 w 10884"/>
                <a:gd name="T27" fmla="*/ 2147483647 h 11628"/>
                <a:gd name="T28" fmla="*/ 2147483647 w 10884"/>
                <a:gd name="T29" fmla="*/ 2147483647 h 11628"/>
                <a:gd name="T30" fmla="*/ 2147483647 w 10884"/>
                <a:gd name="T31" fmla="*/ 2147483647 h 11628"/>
                <a:gd name="T32" fmla="*/ 2147483647 w 10884"/>
                <a:gd name="T33" fmla="*/ 2147483647 h 11628"/>
                <a:gd name="T34" fmla="*/ 2147483647 w 10884"/>
                <a:gd name="T35" fmla="*/ 2147483647 h 11628"/>
                <a:gd name="T36" fmla="*/ 2147483647 w 10884"/>
                <a:gd name="T37" fmla="*/ 2147483647 h 11628"/>
                <a:gd name="T38" fmla="*/ 2147483647 w 10884"/>
                <a:gd name="T39" fmla="*/ 2147483647 h 11628"/>
                <a:gd name="T40" fmla="*/ 2147483647 w 10884"/>
                <a:gd name="T41" fmla="*/ 2147483647 h 11628"/>
                <a:gd name="T42" fmla="*/ 2147483647 w 10884"/>
                <a:gd name="T43" fmla="*/ 2147483647 h 11628"/>
                <a:gd name="T44" fmla="*/ 2147483647 w 10884"/>
                <a:gd name="T45" fmla="*/ 2147483647 h 11628"/>
                <a:gd name="T46" fmla="*/ 2147483647 w 10884"/>
                <a:gd name="T47" fmla="*/ 2147483647 h 11628"/>
                <a:gd name="T48" fmla="*/ 2147483647 w 10884"/>
                <a:gd name="T49" fmla="*/ 2147483647 h 11628"/>
                <a:gd name="T50" fmla="*/ 2147483647 w 10884"/>
                <a:gd name="T51" fmla="*/ 2147483647 h 11628"/>
                <a:gd name="T52" fmla="*/ 2147483647 w 10884"/>
                <a:gd name="T53" fmla="*/ 2147483647 h 11628"/>
                <a:gd name="T54" fmla="*/ 2147483647 w 10884"/>
                <a:gd name="T55" fmla="*/ 2147483647 h 11628"/>
                <a:gd name="T56" fmla="*/ 2147483647 w 10884"/>
                <a:gd name="T57" fmla="*/ 2147483647 h 11628"/>
                <a:gd name="T58" fmla="*/ 2147483647 w 10884"/>
                <a:gd name="T59" fmla="*/ 2147483647 h 11628"/>
                <a:gd name="T60" fmla="*/ 2147483647 w 10884"/>
                <a:gd name="T61" fmla="*/ 2147483647 h 11628"/>
                <a:gd name="T62" fmla="*/ 2147483647 w 10884"/>
                <a:gd name="T63" fmla="*/ 2147483647 h 11628"/>
                <a:gd name="T64" fmla="*/ 2147483647 w 10884"/>
                <a:gd name="T65" fmla="*/ 2147483647 h 11628"/>
                <a:gd name="T66" fmla="*/ 2147483647 w 10884"/>
                <a:gd name="T67" fmla="*/ 2147483647 h 11628"/>
                <a:gd name="T68" fmla="*/ 2147483647 w 10884"/>
                <a:gd name="T69" fmla="*/ 2147483647 h 11628"/>
                <a:gd name="T70" fmla="*/ 2147483647 w 10884"/>
                <a:gd name="T71" fmla="*/ 2147483647 h 11628"/>
                <a:gd name="T72" fmla="*/ 2147483647 w 10884"/>
                <a:gd name="T73" fmla="*/ 2147483647 h 11628"/>
                <a:gd name="T74" fmla="*/ 2147483647 w 10884"/>
                <a:gd name="T75" fmla="*/ 2147483647 h 11628"/>
                <a:gd name="T76" fmla="*/ 2147483647 w 10884"/>
                <a:gd name="T77" fmla="*/ 2147483647 h 11628"/>
                <a:gd name="T78" fmla="*/ 2147483647 w 10884"/>
                <a:gd name="T79" fmla="*/ 2147483647 h 11628"/>
                <a:gd name="T80" fmla="*/ 2147483647 w 10884"/>
                <a:gd name="T81" fmla="*/ 2147483647 h 11628"/>
                <a:gd name="T82" fmla="*/ 2147483647 w 10884"/>
                <a:gd name="T83" fmla="*/ 2147483647 h 11628"/>
                <a:gd name="T84" fmla="*/ 2147483647 w 10884"/>
                <a:gd name="T85" fmla="*/ 2147483647 h 11628"/>
                <a:gd name="T86" fmla="*/ 2147483647 w 10884"/>
                <a:gd name="T87" fmla="*/ 2147483647 h 11628"/>
                <a:gd name="T88" fmla="*/ 2147483647 w 10884"/>
                <a:gd name="T89" fmla="*/ 2147483647 h 1162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0884" h="11628">
                  <a:moveTo>
                    <a:pt x="0" y="11628"/>
                  </a:moveTo>
                  <a:lnTo>
                    <a:pt x="4468" y="0"/>
                  </a:lnTo>
                  <a:lnTo>
                    <a:pt x="6125" y="0"/>
                  </a:lnTo>
                  <a:lnTo>
                    <a:pt x="10884" y="11628"/>
                  </a:lnTo>
                  <a:lnTo>
                    <a:pt x="9130" y="11628"/>
                  </a:lnTo>
                  <a:lnTo>
                    <a:pt x="7774" y="8106"/>
                  </a:lnTo>
                  <a:lnTo>
                    <a:pt x="2910" y="8106"/>
                  </a:lnTo>
                  <a:lnTo>
                    <a:pt x="1635" y="11628"/>
                  </a:lnTo>
                  <a:lnTo>
                    <a:pt x="0" y="11628"/>
                  </a:lnTo>
                  <a:close/>
                  <a:moveTo>
                    <a:pt x="3354" y="6853"/>
                  </a:moveTo>
                  <a:lnTo>
                    <a:pt x="7299" y="6853"/>
                  </a:lnTo>
                  <a:lnTo>
                    <a:pt x="6084" y="3633"/>
                  </a:lnTo>
                  <a:lnTo>
                    <a:pt x="6015" y="3452"/>
                  </a:lnTo>
                  <a:lnTo>
                    <a:pt x="5950" y="3275"/>
                  </a:lnTo>
                  <a:lnTo>
                    <a:pt x="5886" y="3102"/>
                  </a:lnTo>
                  <a:lnTo>
                    <a:pt x="5825" y="2932"/>
                  </a:lnTo>
                  <a:lnTo>
                    <a:pt x="5765" y="2768"/>
                  </a:lnTo>
                  <a:lnTo>
                    <a:pt x="5708" y="2607"/>
                  </a:lnTo>
                  <a:lnTo>
                    <a:pt x="5653" y="2450"/>
                  </a:lnTo>
                  <a:lnTo>
                    <a:pt x="5601" y="2297"/>
                  </a:lnTo>
                  <a:lnTo>
                    <a:pt x="5550" y="2149"/>
                  </a:lnTo>
                  <a:lnTo>
                    <a:pt x="5502" y="2004"/>
                  </a:lnTo>
                  <a:lnTo>
                    <a:pt x="5456" y="1863"/>
                  </a:lnTo>
                  <a:lnTo>
                    <a:pt x="5412" y="1726"/>
                  </a:lnTo>
                  <a:lnTo>
                    <a:pt x="5372" y="1594"/>
                  </a:lnTo>
                  <a:lnTo>
                    <a:pt x="5332" y="1465"/>
                  </a:lnTo>
                  <a:lnTo>
                    <a:pt x="5295" y="1342"/>
                  </a:lnTo>
                  <a:lnTo>
                    <a:pt x="5260" y="1221"/>
                  </a:lnTo>
                  <a:lnTo>
                    <a:pt x="5232" y="1361"/>
                  </a:lnTo>
                  <a:lnTo>
                    <a:pt x="5202" y="1501"/>
                  </a:lnTo>
                  <a:lnTo>
                    <a:pt x="5171" y="1641"/>
                  </a:lnTo>
                  <a:lnTo>
                    <a:pt x="5138" y="1779"/>
                  </a:lnTo>
                  <a:lnTo>
                    <a:pt x="5103" y="1919"/>
                  </a:lnTo>
                  <a:lnTo>
                    <a:pt x="5068" y="2058"/>
                  </a:lnTo>
                  <a:lnTo>
                    <a:pt x="5031" y="2198"/>
                  </a:lnTo>
                  <a:lnTo>
                    <a:pt x="4992" y="2337"/>
                  </a:lnTo>
                  <a:lnTo>
                    <a:pt x="4952" y="2475"/>
                  </a:lnTo>
                  <a:lnTo>
                    <a:pt x="4910" y="2614"/>
                  </a:lnTo>
                  <a:lnTo>
                    <a:pt x="4869" y="2752"/>
                  </a:lnTo>
                  <a:lnTo>
                    <a:pt x="4824" y="2891"/>
                  </a:lnTo>
                  <a:lnTo>
                    <a:pt x="4778" y="3029"/>
                  </a:lnTo>
                  <a:lnTo>
                    <a:pt x="4731" y="3167"/>
                  </a:lnTo>
                  <a:lnTo>
                    <a:pt x="4683" y="3306"/>
                  </a:lnTo>
                  <a:lnTo>
                    <a:pt x="4633" y="3444"/>
                  </a:lnTo>
                  <a:lnTo>
                    <a:pt x="3354" y="6853"/>
                  </a:lnTo>
                  <a:close/>
                </a:path>
              </a:pathLst>
            </a:custGeom>
            <a:solidFill>
              <a:srgbClr val="DD2D86"/>
            </a:solidFill>
            <a:ln w="9525">
              <a:noFill/>
              <a:round/>
              <a:headEnd/>
              <a:tailEnd/>
            </a:ln>
          </p:spPr>
          <p:txBody>
            <a:bodyPr lIns="103156" tIns="51579" rIns="103156" bIns="5157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6">
              <a:extLst>
                <a:ext uri="{FF2B5EF4-FFF2-40B4-BE49-F238E27FC236}">
                  <a16:creationId xmlns:a16="http://schemas.microsoft.com/office/drawing/2014/main" id="{3FC24CB6-8018-0D24-BC01-0804F94E12F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771940" y="1518121"/>
              <a:ext cx="579967" cy="573617"/>
            </a:xfrm>
            <a:custGeom>
              <a:avLst/>
              <a:gdLst>
                <a:gd name="T0" fmla="*/ 2147483647 w 459"/>
                <a:gd name="T1" fmla="*/ 2147483647 h 486"/>
                <a:gd name="T2" fmla="*/ 2147483647 w 459"/>
                <a:gd name="T3" fmla="*/ 2147483647 h 486"/>
                <a:gd name="T4" fmla="*/ 2147483647 w 459"/>
                <a:gd name="T5" fmla="*/ 2147483647 h 486"/>
                <a:gd name="T6" fmla="*/ 2147483647 w 459"/>
                <a:gd name="T7" fmla="*/ 2147483647 h 486"/>
                <a:gd name="T8" fmla="*/ 2147483647 w 459"/>
                <a:gd name="T9" fmla="*/ 2147483647 h 486"/>
                <a:gd name="T10" fmla="*/ 0 w 459"/>
                <a:gd name="T11" fmla="*/ 2147483647 h 486"/>
                <a:gd name="T12" fmla="*/ 2147483647 w 459"/>
                <a:gd name="T13" fmla="*/ 0 h 486"/>
                <a:gd name="T14" fmla="*/ 2147483647 w 459"/>
                <a:gd name="T15" fmla="*/ 2147483647 h 486"/>
                <a:gd name="T16" fmla="*/ 2147483647 w 459"/>
                <a:gd name="T17" fmla="*/ 2147483647 h 486"/>
                <a:gd name="T18" fmla="*/ 2147483647 w 459"/>
                <a:gd name="T19" fmla="*/ 2147483647 h 486"/>
                <a:gd name="T20" fmla="*/ 2147483647 w 459"/>
                <a:gd name="T21" fmla="*/ 2147483647 h 486"/>
                <a:gd name="T22" fmla="*/ 2147483647 w 459"/>
                <a:gd name="T23" fmla="*/ 2147483647 h 486"/>
                <a:gd name="T24" fmla="*/ 2147483647 w 459"/>
                <a:gd name="T25" fmla="*/ 2147483647 h 486"/>
                <a:gd name="T26" fmla="*/ 2147483647 w 459"/>
                <a:gd name="T27" fmla="*/ 2147483647 h 486"/>
                <a:gd name="T28" fmla="*/ 2147483647 w 459"/>
                <a:gd name="T29" fmla="*/ 2147483647 h 486"/>
                <a:gd name="T30" fmla="*/ 2147483647 w 459"/>
                <a:gd name="T31" fmla="*/ 2147483647 h 486"/>
                <a:gd name="T32" fmla="*/ 2147483647 w 459"/>
                <a:gd name="T33" fmla="*/ 2147483647 h 486"/>
                <a:gd name="T34" fmla="*/ 2147483647 w 459"/>
                <a:gd name="T35" fmla="*/ 2147483647 h 486"/>
                <a:gd name="T36" fmla="*/ 2147483647 w 459"/>
                <a:gd name="T37" fmla="*/ 2147483647 h 486"/>
                <a:gd name="T38" fmla="*/ 2147483647 w 459"/>
                <a:gd name="T39" fmla="*/ 2147483647 h 486"/>
                <a:gd name="T40" fmla="*/ 2147483647 w 459"/>
                <a:gd name="T41" fmla="*/ 2147483647 h 4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59" h="486">
                  <a:moveTo>
                    <a:pt x="309" y="286"/>
                  </a:moveTo>
                  <a:lnTo>
                    <a:pt x="459" y="444"/>
                  </a:lnTo>
                  <a:lnTo>
                    <a:pt x="420" y="486"/>
                  </a:lnTo>
                  <a:lnTo>
                    <a:pt x="270" y="328"/>
                  </a:lnTo>
                  <a:cubicBezTo>
                    <a:pt x="242" y="349"/>
                    <a:pt x="207" y="362"/>
                    <a:pt x="170" y="362"/>
                  </a:cubicBezTo>
                  <a:cubicBezTo>
                    <a:pt x="76" y="362"/>
                    <a:pt x="0" y="281"/>
                    <a:pt x="0" y="181"/>
                  </a:cubicBezTo>
                  <a:cubicBezTo>
                    <a:pt x="0" y="81"/>
                    <a:pt x="76" y="0"/>
                    <a:pt x="170" y="0"/>
                  </a:cubicBezTo>
                  <a:cubicBezTo>
                    <a:pt x="264" y="0"/>
                    <a:pt x="340" y="81"/>
                    <a:pt x="340" y="181"/>
                  </a:cubicBezTo>
                  <a:cubicBezTo>
                    <a:pt x="340" y="220"/>
                    <a:pt x="328" y="256"/>
                    <a:pt x="309" y="286"/>
                  </a:cubicBezTo>
                  <a:close/>
                  <a:moveTo>
                    <a:pt x="216" y="285"/>
                  </a:moveTo>
                  <a:cubicBezTo>
                    <a:pt x="203" y="290"/>
                    <a:pt x="190" y="293"/>
                    <a:pt x="175" y="293"/>
                  </a:cubicBezTo>
                  <a:cubicBezTo>
                    <a:pt x="114" y="293"/>
                    <a:pt x="65" y="242"/>
                    <a:pt x="65" y="180"/>
                  </a:cubicBezTo>
                  <a:cubicBezTo>
                    <a:pt x="65" y="151"/>
                    <a:pt x="76" y="124"/>
                    <a:pt x="94" y="104"/>
                  </a:cubicBezTo>
                  <a:cubicBezTo>
                    <a:pt x="89" y="119"/>
                    <a:pt x="86" y="135"/>
                    <a:pt x="86" y="151"/>
                  </a:cubicBezTo>
                  <a:cubicBezTo>
                    <a:pt x="86" y="225"/>
                    <a:pt x="142" y="285"/>
                    <a:pt x="211" y="285"/>
                  </a:cubicBezTo>
                  <a:cubicBezTo>
                    <a:pt x="213" y="285"/>
                    <a:pt x="214" y="285"/>
                    <a:pt x="216" y="285"/>
                  </a:cubicBezTo>
                  <a:close/>
                  <a:moveTo>
                    <a:pt x="170" y="29"/>
                  </a:moveTo>
                  <a:cubicBezTo>
                    <a:pt x="249" y="29"/>
                    <a:pt x="313" y="97"/>
                    <a:pt x="313" y="181"/>
                  </a:cubicBezTo>
                  <a:cubicBezTo>
                    <a:pt x="313" y="266"/>
                    <a:pt x="249" y="334"/>
                    <a:pt x="170" y="334"/>
                  </a:cubicBezTo>
                  <a:cubicBezTo>
                    <a:pt x="91" y="334"/>
                    <a:pt x="27" y="266"/>
                    <a:pt x="27" y="181"/>
                  </a:cubicBezTo>
                  <a:cubicBezTo>
                    <a:pt x="27" y="97"/>
                    <a:pt x="91" y="29"/>
                    <a:pt x="170" y="29"/>
                  </a:cubicBezTo>
                  <a:close/>
                </a:path>
              </a:pathLst>
            </a:custGeom>
            <a:solidFill>
              <a:srgbClr val="96B439"/>
            </a:solidFill>
            <a:ln w="9525">
              <a:noFill/>
              <a:round/>
              <a:headEnd/>
              <a:tailEnd/>
            </a:ln>
          </p:spPr>
          <p:txBody>
            <a:bodyPr lIns="103156" tIns="51579" rIns="103156" bIns="5157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Text Box 35">
              <a:extLst>
                <a:ext uri="{FF2B5EF4-FFF2-40B4-BE49-F238E27FC236}">
                  <a16:creationId xmlns:a16="http://schemas.microsoft.com/office/drawing/2014/main" id="{5AF8BA77-230F-BB5E-26A5-7DDA1AD01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0592" y="3127275"/>
              <a:ext cx="2478617" cy="41017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67" b="1" i="0" u="none" strike="noStrike" kern="1200" cap="none" spc="0" normalizeH="0" baseline="0" noProof="0">
                  <a:ln>
                    <a:noFill/>
                  </a:ln>
                  <a:solidFill>
                    <a:srgbClr val="4996CD"/>
                  </a:solidFill>
                  <a:effectLst/>
                  <a:uLnTx/>
                  <a:uFillTx/>
                  <a:latin typeface="Avenir Next LT Pro Light" panose="020B0304020202020204" pitchFamily="34" charset="0"/>
                  <a:ea typeface="+mn-ea"/>
                  <a:cs typeface="+mn-cs"/>
                </a:rPr>
                <a:t>2  RISULTATI</a:t>
              </a:r>
            </a:p>
          </p:txBody>
        </p:sp>
        <p:grpSp>
          <p:nvGrpSpPr>
            <p:cNvPr id="20" name="Gruppo 35">
              <a:extLst>
                <a:ext uri="{FF2B5EF4-FFF2-40B4-BE49-F238E27FC236}">
                  <a16:creationId xmlns:a16="http://schemas.microsoft.com/office/drawing/2014/main" id="{1A1125D5-68B6-75C9-6CC9-F95BD3C2A36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13230" y="3025521"/>
              <a:ext cx="822419" cy="568044"/>
              <a:chOff x="2413233" y="4085543"/>
              <a:chExt cx="865189" cy="598486"/>
            </a:xfrm>
            <a:solidFill>
              <a:srgbClr val="4996CD"/>
            </a:solidFill>
          </p:grpSpPr>
          <p:sp>
            <p:nvSpPr>
              <p:cNvPr id="21" name="Freeform 54">
                <a:extLst>
                  <a:ext uri="{FF2B5EF4-FFF2-40B4-BE49-F238E27FC236}">
                    <a16:creationId xmlns:a16="http://schemas.microsoft.com/office/drawing/2014/main" id="{0EE46B85-7B8F-0313-AF34-F01151A8E81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413233" y="4085543"/>
                <a:ext cx="865189" cy="598486"/>
              </a:xfrm>
              <a:custGeom>
                <a:avLst/>
                <a:gdLst/>
                <a:ahLst/>
                <a:cxnLst>
                  <a:cxn ang="0">
                    <a:pos x="86" y="204"/>
                  </a:cxn>
                  <a:cxn ang="0">
                    <a:pos x="181" y="0"/>
                  </a:cxn>
                  <a:cxn ang="0">
                    <a:pos x="212" y="213"/>
                  </a:cxn>
                  <a:cxn ang="0">
                    <a:pos x="181" y="215"/>
                  </a:cxn>
                  <a:cxn ang="0">
                    <a:pos x="168" y="215"/>
                  </a:cxn>
                  <a:cxn ang="0">
                    <a:pos x="156" y="214"/>
                  </a:cxn>
                  <a:cxn ang="0">
                    <a:pos x="144" y="212"/>
                  </a:cxn>
                  <a:cxn ang="0">
                    <a:pos x="132" y="210"/>
                  </a:cxn>
                  <a:cxn ang="0">
                    <a:pos x="121" y="207"/>
                  </a:cxn>
                  <a:cxn ang="0">
                    <a:pos x="110" y="203"/>
                  </a:cxn>
                  <a:cxn ang="0">
                    <a:pos x="100" y="199"/>
                  </a:cxn>
                  <a:cxn ang="0">
                    <a:pos x="84" y="191"/>
                  </a:cxn>
                  <a:cxn ang="0">
                    <a:pos x="69" y="205"/>
                  </a:cxn>
                  <a:cxn ang="0">
                    <a:pos x="59" y="213"/>
                  </a:cxn>
                  <a:cxn ang="0">
                    <a:pos x="49" y="219"/>
                  </a:cxn>
                  <a:cxn ang="0">
                    <a:pos x="48" y="218"/>
                  </a:cxn>
                  <a:cxn ang="0">
                    <a:pos x="54" y="206"/>
                  </a:cxn>
                  <a:cxn ang="0">
                    <a:pos x="59" y="194"/>
                  </a:cxn>
                  <a:cxn ang="0">
                    <a:pos x="57" y="171"/>
                  </a:cxn>
                  <a:cxn ang="0">
                    <a:pos x="51" y="164"/>
                  </a:cxn>
                  <a:cxn ang="0">
                    <a:pos x="46" y="157"/>
                  </a:cxn>
                  <a:cxn ang="0">
                    <a:pos x="41" y="150"/>
                  </a:cxn>
                  <a:cxn ang="0">
                    <a:pos x="37" y="143"/>
                  </a:cxn>
                  <a:cxn ang="0">
                    <a:pos x="34" y="135"/>
                  </a:cxn>
                  <a:cxn ang="0">
                    <a:pos x="32" y="127"/>
                  </a:cxn>
                  <a:cxn ang="0">
                    <a:pos x="31" y="119"/>
                  </a:cxn>
                  <a:cxn ang="0">
                    <a:pos x="31" y="108"/>
                  </a:cxn>
                  <a:cxn ang="0">
                    <a:pos x="35" y="89"/>
                  </a:cxn>
                  <a:cxn ang="0">
                    <a:pos x="45" y="70"/>
                  </a:cxn>
                  <a:cxn ang="0">
                    <a:pos x="59" y="53"/>
                  </a:cxn>
                  <a:cxn ang="0">
                    <a:pos x="78" y="39"/>
                  </a:cxn>
                  <a:cxn ang="0">
                    <a:pos x="102" y="26"/>
                  </a:cxn>
                  <a:cxn ang="0">
                    <a:pos x="128" y="17"/>
                  </a:cxn>
                  <a:cxn ang="0">
                    <a:pos x="158" y="12"/>
                  </a:cxn>
                  <a:cxn ang="0">
                    <a:pos x="189" y="11"/>
                  </a:cxn>
                  <a:cxn ang="0">
                    <a:pos x="219" y="14"/>
                  </a:cxn>
                  <a:cxn ang="0">
                    <a:pos x="247" y="21"/>
                  </a:cxn>
                  <a:cxn ang="0">
                    <a:pos x="273" y="32"/>
                  </a:cxn>
                  <a:cxn ang="0">
                    <a:pos x="294" y="46"/>
                  </a:cxn>
                  <a:cxn ang="0">
                    <a:pos x="311" y="62"/>
                  </a:cxn>
                  <a:cxn ang="0">
                    <a:pos x="323" y="79"/>
                  </a:cxn>
                  <a:cxn ang="0">
                    <a:pos x="330" y="98"/>
                  </a:cxn>
                  <a:cxn ang="0">
                    <a:pos x="331" y="118"/>
                  </a:cxn>
                  <a:cxn ang="0">
                    <a:pos x="327" y="137"/>
                  </a:cxn>
                  <a:cxn ang="0">
                    <a:pos x="317" y="156"/>
                  </a:cxn>
                  <a:cxn ang="0">
                    <a:pos x="303" y="173"/>
                  </a:cxn>
                  <a:cxn ang="0">
                    <a:pos x="284" y="188"/>
                  </a:cxn>
                  <a:cxn ang="0">
                    <a:pos x="260" y="200"/>
                  </a:cxn>
                  <a:cxn ang="0">
                    <a:pos x="234" y="209"/>
                  </a:cxn>
                </a:cxnLst>
                <a:rect l="0" t="0" r="r" b="b"/>
                <a:pathLst>
                  <a:path w="341" h="248">
                    <a:moveTo>
                      <a:pt x="181" y="0"/>
                    </a:moveTo>
                    <a:cubicBezTo>
                      <a:pt x="270" y="0"/>
                      <a:pt x="341" y="51"/>
                      <a:pt x="341" y="113"/>
                    </a:cubicBezTo>
                    <a:cubicBezTo>
                      <a:pt x="341" y="176"/>
                      <a:pt x="270" y="226"/>
                      <a:pt x="181" y="226"/>
                    </a:cubicBezTo>
                    <a:cubicBezTo>
                      <a:pt x="145" y="226"/>
                      <a:pt x="113" y="218"/>
                      <a:pt x="86" y="204"/>
                    </a:cubicBezTo>
                    <a:cubicBezTo>
                      <a:pt x="57" y="231"/>
                      <a:pt x="29" y="243"/>
                      <a:pt x="0" y="248"/>
                    </a:cubicBezTo>
                    <a:cubicBezTo>
                      <a:pt x="24" y="235"/>
                      <a:pt x="43" y="216"/>
                      <a:pt x="52" y="181"/>
                    </a:cubicBezTo>
                    <a:cubicBezTo>
                      <a:pt x="32" y="162"/>
                      <a:pt x="21" y="138"/>
                      <a:pt x="21" y="113"/>
                    </a:cubicBezTo>
                    <a:cubicBezTo>
                      <a:pt x="21" y="51"/>
                      <a:pt x="92" y="0"/>
                      <a:pt x="181" y="0"/>
                    </a:cubicBezTo>
                    <a:close/>
                    <a:moveTo>
                      <a:pt x="234" y="209"/>
                    </a:moveTo>
                    <a:lnTo>
                      <a:pt x="227" y="211"/>
                    </a:lnTo>
                    <a:lnTo>
                      <a:pt x="219" y="212"/>
                    </a:lnTo>
                    <a:lnTo>
                      <a:pt x="212" y="213"/>
                    </a:lnTo>
                    <a:lnTo>
                      <a:pt x="204" y="214"/>
                    </a:lnTo>
                    <a:lnTo>
                      <a:pt x="197" y="215"/>
                    </a:lnTo>
                    <a:lnTo>
                      <a:pt x="189" y="215"/>
                    </a:lnTo>
                    <a:lnTo>
                      <a:pt x="181" y="215"/>
                    </a:lnTo>
                    <a:lnTo>
                      <a:pt x="178" y="215"/>
                    </a:lnTo>
                    <a:lnTo>
                      <a:pt x="175" y="215"/>
                    </a:lnTo>
                    <a:lnTo>
                      <a:pt x="171" y="215"/>
                    </a:lnTo>
                    <a:lnTo>
                      <a:pt x="168" y="215"/>
                    </a:lnTo>
                    <a:lnTo>
                      <a:pt x="165" y="215"/>
                    </a:lnTo>
                    <a:lnTo>
                      <a:pt x="162" y="215"/>
                    </a:lnTo>
                    <a:lnTo>
                      <a:pt x="159" y="214"/>
                    </a:lnTo>
                    <a:lnTo>
                      <a:pt x="156" y="214"/>
                    </a:lnTo>
                    <a:lnTo>
                      <a:pt x="153" y="214"/>
                    </a:lnTo>
                    <a:lnTo>
                      <a:pt x="150" y="213"/>
                    </a:lnTo>
                    <a:lnTo>
                      <a:pt x="147" y="213"/>
                    </a:lnTo>
                    <a:lnTo>
                      <a:pt x="144" y="212"/>
                    </a:lnTo>
                    <a:lnTo>
                      <a:pt x="141" y="212"/>
                    </a:lnTo>
                    <a:lnTo>
                      <a:pt x="138" y="211"/>
                    </a:lnTo>
                    <a:lnTo>
                      <a:pt x="135" y="210"/>
                    </a:lnTo>
                    <a:lnTo>
                      <a:pt x="132" y="210"/>
                    </a:lnTo>
                    <a:lnTo>
                      <a:pt x="129" y="209"/>
                    </a:lnTo>
                    <a:lnTo>
                      <a:pt x="127" y="208"/>
                    </a:lnTo>
                    <a:lnTo>
                      <a:pt x="124" y="208"/>
                    </a:lnTo>
                    <a:lnTo>
                      <a:pt x="121" y="207"/>
                    </a:lnTo>
                    <a:lnTo>
                      <a:pt x="118" y="206"/>
                    </a:lnTo>
                    <a:lnTo>
                      <a:pt x="116" y="205"/>
                    </a:lnTo>
                    <a:lnTo>
                      <a:pt x="113" y="204"/>
                    </a:lnTo>
                    <a:lnTo>
                      <a:pt x="110" y="203"/>
                    </a:lnTo>
                    <a:lnTo>
                      <a:pt x="108" y="202"/>
                    </a:lnTo>
                    <a:lnTo>
                      <a:pt x="105" y="201"/>
                    </a:lnTo>
                    <a:lnTo>
                      <a:pt x="103" y="200"/>
                    </a:lnTo>
                    <a:lnTo>
                      <a:pt x="100" y="199"/>
                    </a:lnTo>
                    <a:lnTo>
                      <a:pt x="98" y="198"/>
                    </a:lnTo>
                    <a:lnTo>
                      <a:pt x="95" y="197"/>
                    </a:lnTo>
                    <a:lnTo>
                      <a:pt x="93" y="196"/>
                    </a:lnTo>
                    <a:lnTo>
                      <a:pt x="84" y="191"/>
                    </a:lnTo>
                    <a:lnTo>
                      <a:pt x="77" y="198"/>
                    </a:lnTo>
                    <a:lnTo>
                      <a:pt x="74" y="201"/>
                    </a:lnTo>
                    <a:lnTo>
                      <a:pt x="72" y="203"/>
                    </a:lnTo>
                    <a:lnTo>
                      <a:pt x="69" y="205"/>
                    </a:lnTo>
                    <a:lnTo>
                      <a:pt x="67" y="207"/>
                    </a:lnTo>
                    <a:lnTo>
                      <a:pt x="64" y="209"/>
                    </a:lnTo>
                    <a:lnTo>
                      <a:pt x="61" y="211"/>
                    </a:lnTo>
                    <a:lnTo>
                      <a:pt x="59" y="213"/>
                    </a:lnTo>
                    <a:lnTo>
                      <a:pt x="56" y="214"/>
                    </a:lnTo>
                    <a:lnTo>
                      <a:pt x="54" y="216"/>
                    </a:lnTo>
                    <a:lnTo>
                      <a:pt x="51" y="218"/>
                    </a:lnTo>
                    <a:lnTo>
                      <a:pt x="49" y="219"/>
                    </a:lnTo>
                    <a:lnTo>
                      <a:pt x="46" y="221"/>
                    </a:lnTo>
                    <a:lnTo>
                      <a:pt x="45" y="221"/>
                    </a:lnTo>
                    <a:lnTo>
                      <a:pt x="46" y="220"/>
                    </a:lnTo>
                    <a:lnTo>
                      <a:pt x="48" y="218"/>
                    </a:lnTo>
                    <a:lnTo>
                      <a:pt x="49" y="215"/>
                    </a:lnTo>
                    <a:lnTo>
                      <a:pt x="51" y="212"/>
                    </a:lnTo>
                    <a:lnTo>
                      <a:pt x="52" y="209"/>
                    </a:lnTo>
                    <a:lnTo>
                      <a:pt x="54" y="206"/>
                    </a:lnTo>
                    <a:lnTo>
                      <a:pt x="55" y="203"/>
                    </a:lnTo>
                    <a:lnTo>
                      <a:pt x="56" y="200"/>
                    </a:lnTo>
                    <a:lnTo>
                      <a:pt x="58" y="197"/>
                    </a:lnTo>
                    <a:lnTo>
                      <a:pt x="59" y="194"/>
                    </a:lnTo>
                    <a:lnTo>
                      <a:pt x="60" y="191"/>
                    </a:lnTo>
                    <a:lnTo>
                      <a:pt x="61" y="187"/>
                    </a:lnTo>
                    <a:lnTo>
                      <a:pt x="64" y="177"/>
                    </a:lnTo>
                    <a:lnTo>
                      <a:pt x="57" y="171"/>
                    </a:lnTo>
                    <a:lnTo>
                      <a:pt x="56" y="169"/>
                    </a:lnTo>
                    <a:lnTo>
                      <a:pt x="54" y="168"/>
                    </a:lnTo>
                    <a:lnTo>
                      <a:pt x="53" y="166"/>
                    </a:lnTo>
                    <a:lnTo>
                      <a:pt x="51" y="164"/>
                    </a:lnTo>
                    <a:lnTo>
                      <a:pt x="50" y="163"/>
                    </a:lnTo>
                    <a:lnTo>
                      <a:pt x="48" y="161"/>
                    </a:lnTo>
                    <a:lnTo>
                      <a:pt x="47" y="159"/>
                    </a:lnTo>
                    <a:lnTo>
                      <a:pt x="46" y="157"/>
                    </a:lnTo>
                    <a:lnTo>
                      <a:pt x="44" y="155"/>
                    </a:lnTo>
                    <a:lnTo>
                      <a:pt x="43" y="154"/>
                    </a:lnTo>
                    <a:lnTo>
                      <a:pt x="42" y="152"/>
                    </a:lnTo>
                    <a:lnTo>
                      <a:pt x="41" y="150"/>
                    </a:lnTo>
                    <a:lnTo>
                      <a:pt x="40" y="148"/>
                    </a:lnTo>
                    <a:lnTo>
                      <a:pt x="39" y="146"/>
                    </a:lnTo>
                    <a:lnTo>
                      <a:pt x="38" y="144"/>
                    </a:lnTo>
                    <a:lnTo>
                      <a:pt x="37" y="143"/>
                    </a:lnTo>
                    <a:lnTo>
                      <a:pt x="36" y="141"/>
                    </a:lnTo>
                    <a:lnTo>
                      <a:pt x="36" y="139"/>
                    </a:lnTo>
                    <a:lnTo>
                      <a:pt x="35" y="137"/>
                    </a:lnTo>
                    <a:lnTo>
                      <a:pt x="34" y="135"/>
                    </a:lnTo>
                    <a:lnTo>
                      <a:pt x="34" y="133"/>
                    </a:lnTo>
                    <a:lnTo>
                      <a:pt x="33" y="131"/>
                    </a:lnTo>
                    <a:lnTo>
                      <a:pt x="33" y="129"/>
                    </a:lnTo>
                    <a:lnTo>
                      <a:pt x="32" y="127"/>
                    </a:lnTo>
                    <a:lnTo>
                      <a:pt x="32" y="125"/>
                    </a:lnTo>
                    <a:lnTo>
                      <a:pt x="31" y="123"/>
                    </a:lnTo>
                    <a:lnTo>
                      <a:pt x="31" y="121"/>
                    </a:lnTo>
                    <a:lnTo>
                      <a:pt x="31" y="119"/>
                    </a:lnTo>
                    <a:lnTo>
                      <a:pt x="31" y="117"/>
                    </a:lnTo>
                    <a:lnTo>
                      <a:pt x="31" y="115"/>
                    </a:lnTo>
                    <a:lnTo>
                      <a:pt x="31" y="113"/>
                    </a:lnTo>
                    <a:lnTo>
                      <a:pt x="31" y="108"/>
                    </a:lnTo>
                    <a:lnTo>
                      <a:pt x="31" y="103"/>
                    </a:lnTo>
                    <a:lnTo>
                      <a:pt x="32" y="98"/>
                    </a:lnTo>
                    <a:lnTo>
                      <a:pt x="34" y="93"/>
                    </a:lnTo>
                    <a:lnTo>
                      <a:pt x="35" y="89"/>
                    </a:lnTo>
                    <a:lnTo>
                      <a:pt x="37" y="84"/>
                    </a:lnTo>
                    <a:lnTo>
                      <a:pt x="39" y="79"/>
                    </a:lnTo>
                    <a:lnTo>
                      <a:pt x="42" y="75"/>
                    </a:lnTo>
                    <a:lnTo>
                      <a:pt x="45" y="70"/>
                    </a:lnTo>
                    <a:lnTo>
                      <a:pt x="48" y="66"/>
                    </a:lnTo>
                    <a:lnTo>
                      <a:pt x="51" y="62"/>
                    </a:lnTo>
                    <a:lnTo>
                      <a:pt x="55" y="58"/>
                    </a:lnTo>
                    <a:lnTo>
                      <a:pt x="59" y="53"/>
                    </a:lnTo>
                    <a:lnTo>
                      <a:pt x="64" y="50"/>
                    </a:lnTo>
                    <a:lnTo>
                      <a:pt x="68" y="46"/>
                    </a:lnTo>
                    <a:lnTo>
                      <a:pt x="73" y="42"/>
                    </a:lnTo>
                    <a:lnTo>
                      <a:pt x="78" y="39"/>
                    </a:lnTo>
                    <a:lnTo>
                      <a:pt x="84" y="35"/>
                    </a:lnTo>
                    <a:lnTo>
                      <a:pt x="90" y="32"/>
                    </a:lnTo>
                    <a:lnTo>
                      <a:pt x="95" y="29"/>
                    </a:lnTo>
                    <a:lnTo>
                      <a:pt x="102" y="26"/>
                    </a:lnTo>
                    <a:lnTo>
                      <a:pt x="108" y="24"/>
                    </a:lnTo>
                    <a:lnTo>
                      <a:pt x="115" y="21"/>
                    </a:lnTo>
                    <a:lnTo>
                      <a:pt x="121" y="19"/>
                    </a:lnTo>
                    <a:lnTo>
                      <a:pt x="128" y="17"/>
                    </a:lnTo>
                    <a:lnTo>
                      <a:pt x="135" y="16"/>
                    </a:lnTo>
                    <a:lnTo>
                      <a:pt x="143" y="14"/>
                    </a:lnTo>
                    <a:lnTo>
                      <a:pt x="150" y="13"/>
                    </a:lnTo>
                    <a:lnTo>
                      <a:pt x="158" y="12"/>
                    </a:lnTo>
                    <a:lnTo>
                      <a:pt x="165" y="11"/>
                    </a:lnTo>
                    <a:lnTo>
                      <a:pt x="173" y="11"/>
                    </a:lnTo>
                    <a:lnTo>
                      <a:pt x="181" y="11"/>
                    </a:lnTo>
                    <a:lnTo>
                      <a:pt x="189" y="11"/>
                    </a:lnTo>
                    <a:lnTo>
                      <a:pt x="197" y="11"/>
                    </a:lnTo>
                    <a:lnTo>
                      <a:pt x="204" y="12"/>
                    </a:lnTo>
                    <a:lnTo>
                      <a:pt x="212" y="13"/>
                    </a:lnTo>
                    <a:lnTo>
                      <a:pt x="219" y="14"/>
                    </a:lnTo>
                    <a:lnTo>
                      <a:pt x="227" y="16"/>
                    </a:lnTo>
                    <a:lnTo>
                      <a:pt x="234" y="17"/>
                    </a:lnTo>
                    <a:lnTo>
                      <a:pt x="241" y="19"/>
                    </a:lnTo>
                    <a:lnTo>
                      <a:pt x="247" y="21"/>
                    </a:lnTo>
                    <a:lnTo>
                      <a:pt x="254" y="24"/>
                    </a:lnTo>
                    <a:lnTo>
                      <a:pt x="260" y="26"/>
                    </a:lnTo>
                    <a:lnTo>
                      <a:pt x="267" y="29"/>
                    </a:lnTo>
                    <a:lnTo>
                      <a:pt x="273" y="32"/>
                    </a:lnTo>
                    <a:lnTo>
                      <a:pt x="278" y="35"/>
                    </a:lnTo>
                    <a:lnTo>
                      <a:pt x="284" y="39"/>
                    </a:lnTo>
                    <a:lnTo>
                      <a:pt x="289" y="42"/>
                    </a:lnTo>
                    <a:lnTo>
                      <a:pt x="294" y="46"/>
                    </a:lnTo>
                    <a:lnTo>
                      <a:pt x="298" y="50"/>
                    </a:lnTo>
                    <a:lnTo>
                      <a:pt x="303" y="53"/>
                    </a:lnTo>
                    <a:lnTo>
                      <a:pt x="307" y="58"/>
                    </a:lnTo>
                    <a:lnTo>
                      <a:pt x="311" y="62"/>
                    </a:lnTo>
                    <a:lnTo>
                      <a:pt x="314" y="66"/>
                    </a:lnTo>
                    <a:lnTo>
                      <a:pt x="317" y="70"/>
                    </a:lnTo>
                    <a:lnTo>
                      <a:pt x="320" y="75"/>
                    </a:lnTo>
                    <a:lnTo>
                      <a:pt x="323" y="79"/>
                    </a:lnTo>
                    <a:lnTo>
                      <a:pt x="325" y="84"/>
                    </a:lnTo>
                    <a:lnTo>
                      <a:pt x="327" y="89"/>
                    </a:lnTo>
                    <a:lnTo>
                      <a:pt x="329" y="93"/>
                    </a:lnTo>
                    <a:lnTo>
                      <a:pt x="330" y="98"/>
                    </a:lnTo>
                    <a:lnTo>
                      <a:pt x="331" y="103"/>
                    </a:lnTo>
                    <a:lnTo>
                      <a:pt x="331" y="108"/>
                    </a:lnTo>
                    <a:lnTo>
                      <a:pt x="331" y="113"/>
                    </a:lnTo>
                    <a:lnTo>
                      <a:pt x="331" y="118"/>
                    </a:lnTo>
                    <a:lnTo>
                      <a:pt x="331" y="123"/>
                    </a:lnTo>
                    <a:lnTo>
                      <a:pt x="330" y="128"/>
                    </a:lnTo>
                    <a:lnTo>
                      <a:pt x="329" y="133"/>
                    </a:lnTo>
                    <a:lnTo>
                      <a:pt x="327" y="137"/>
                    </a:lnTo>
                    <a:lnTo>
                      <a:pt x="325" y="142"/>
                    </a:lnTo>
                    <a:lnTo>
                      <a:pt x="323" y="147"/>
                    </a:lnTo>
                    <a:lnTo>
                      <a:pt x="320" y="151"/>
                    </a:lnTo>
                    <a:lnTo>
                      <a:pt x="317" y="156"/>
                    </a:lnTo>
                    <a:lnTo>
                      <a:pt x="314" y="160"/>
                    </a:lnTo>
                    <a:lnTo>
                      <a:pt x="311" y="164"/>
                    </a:lnTo>
                    <a:lnTo>
                      <a:pt x="307" y="169"/>
                    </a:lnTo>
                    <a:lnTo>
                      <a:pt x="303" y="173"/>
                    </a:lnTo>
                    <a:lnTo>
                      <a:pt x="298" y="177"/>
                    </a:lnTo>
                    <a:lnTo>
                      <a:pt x="294" y="180"/>
                    </a:lnTo>
                    <a:lnTo>
                      <a:pt x="289" y="184"/>
                    </a:lnTo>
                    <a:lnTo>
                      <a:pt x="284" y="188"/>
                    </a:lnTo>
                    <a:lnTo>
                      <a:pt x="278" y="191"/>
                    </a:lnTo>
                    <a:lnTo>
                      <a:pt x="273" y="194"/>
                    </a:lnTo>
                    <a:lnTo>
                      <a:pt x="267" y="197"/>
                    </a:lnTo>
                    <a:lnTo>
                      <a:pt x="260" y="200"/>
                    </a:lnTo>
                    <a:lnTo>
                      <a:pt x="254" y="202"/>
                    </a:lnTo>
                    <a:lnTo>
                      <a:pt x="247" y="205"/>
                    </a:lnTo>
                    <a:lnTo>
                      <a:pt x="241" y="207"/>
                    </a:lnTo>
                    <a:lnTo>
                      <a:pt x="234" y="20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it-IT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Light" panose="020B03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Freeform 55">
                <a:extLst>
                  <a:ext uri="{FF2B5EF4-FFF2-40B4-BE49-F238E27FC236}">
                    <a16:creationId xmlns:a16="http://schemas.microsoft.com/office/drawing/2014/main" id="{A1427B4A-68BF-0732-B82A-5870B2E513F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691954" y="4170490"/>
                <a:ext cx="325439" cy="325438"/>
              </a:xfrm>
              <a:custGeom>
                <a:avLst/>
                <a:gdLst/>
                <a:ahLst/>
                <a:cxnLst>
                  <a:cxn ang="0">
                    <a:pos x="0" y="33"/>
                  </a:cxn>
                  <a:cxn ang="0">
                    <a:pos x="6" y="10"/>
                  </a:cxn>
                  <a:cxn ang="0">
                    <a:pos x="25" y="0"/>
                  </a:cxn>
                  <a:cxn ang="0">
                    <a:pos x="43" y="9"/>
                  </a:cxn>
                  <a:cxn ang="0">
                    <a:pos x="51" y="34"/>
                  </a:cxn>
                  <a:cxn ang="0">
                    <a:pos x="43" y="59"/>
                  </a:cxn>
                  <a:cxn ang="0">
                    <a:pos x="25" y="68"/>
                  </a:cxn>
                  <a:cxn ang="0">
                    <a:pos x="7" y="59"/>
                  </a:cxn>
                  <a:cxn ang="0">
                    <a:pos x="0" y="33"/>
                  </a:cxn>
                  <a:cxn ang="0">
                    <a:pos x="25" y="11"/>
                  </a:cxn>
                  <a:cxn ang="0">
                    <a:pos x="16" y="16"/>
                  </a:cxn>
                  <a:cxn ang="0">
                    <a:pos x="12" y="35"/>
                  </a:cxn>
                  <a:cxn ang="0">
                    <a:pos x="16" y="52"/>
                  </a:cxn>
                  <a:cxn ang="0">
                    <a:pos x="25" y="57"/>
                  </a:cxn>
                  <a:cxn ang="0">
                    <a:pos x="34" y="52"/>
                  </a:cxn>
                  <a:cxn ang="0">
                    <a:pos x="38" y="33"/>
                  </a:cxn>
                  <a:cxn ang="0">
                    <a:pos x="34" y="16"/>
                  </a:cxn>
                  <a:cxn ang="0">
                    <a:pos x="25" y="11"/>
                  </a:cxn>
                  <a:cxn ang="0">
                    <a:pos x="25" y="135"/>
                  </a:cxn>
                  <a:cxn ang="0">
                    <a:pos x="91" y="0"/>
                  </a:cxn>
                  <a:cxn ang="0">
                    <a:pos x="102" y="0"/>
                  </a:cxn>
                  <a:cxn ang="0">
                    <a:pos x="37" y="135"/>
                  </a:cxn>
                  <a:cxn ang="0">
                    <a:pos x="25" y="135"/>
                  </a:cxn>
                  <a:cxn ang="0">
                    <a:pos x="77" y="100"/>
                  </a:cxn>
                  <a:cxn ang="0">
                    <a:pos x="83" y="77"/>
                  </a:cxn>
                  <a:cxn ang="0">
                    <a:pos x="102" y="67"/>
                  </a:cxn>
                  <a:cxn ang="0">
                    <a:pos x="121" y="76"/>
                  </a:cxn>
                  <a:cxn ang="0">
                    <a:pos x="128" y="101"/>
                  </a:cxn>
                  <a:cxn ang="0">
                    <a:pos x="121" y="126"/>
                  </a:cxn>
                  <a:cxn ang="0">
                    <a:pos x="102" y="135"/>
                  </a:cxn>
                  <a:cxn ang="0">
                    <a:pos x="84" y="126"/>
                  </a:cxn>
                  <a:cxn ang="0">
                    <a:pos x="77" y="100"/>
                  </a:cxn>
                  <a:cxn ang="0">
                    <a:pos x="102" y="78"/>
                  </a:cxn>
                  <a:cxn ang="0">
                    <a:pos x="93" y="83"/>
                  </a:cxn>
                  <a:cxn ang="0">
                    <a:pos x="90" y="102"/>
                  </a:cxn>
                  <a:cxn ang="0">
                    <a:pos x="93" y="119"/>
                  </a:cxn>
                  <a:cxn ang="0">
                    <a:pos x="102" y="124"/>
                  </a:cxn>
                  <a:cxn ang="0">
                    <a:pos x="112" y="119"/>
                  </a:cxn>
                  <a:cxn ang="0">
                    <a:pos x="115" y="100"/>
                  </a:cxn>
                  <a:cxn ang="0">
                    <a:pos x="112" y="83"/>
                  </a:cxn>
                  <a:cxn ang="0">
                    <a:pos x="102" y="78"/>
                  </a:cxn>
                </a:cxnLst>
                <a:rect l="0" t="0" r="r" b="b"/>
                <a:pathLst>
                  <a:path w="128" h="135">
                    <a:moveTo>
                      <a:pt x="0" y="33"/>
                    </a:moveTo>
                    <a:cubicBezTo>
                      <a:pt x="0" y="24"/>
                      <a:pt x="2" y="16"/>
                      <a:pt x="6" y="10"/>
                    </a:cubicBezTo>
                    <a:cubicBezTo>
                      <a:pt x="10" y="3"/>
                      <a:pt x="17" y="0"/>
                      <a:pt x="25" y="0"/>
                    </a:cubicBezTo>
                    <a:cubicBezTo>
                      <a:pt x="32" y="0"/>
                      <a:pt x="38" y="3"/>
                      <a:pt x="43" y="9"/>
                    </a:cubicBezTo>
                    <a:cubicBezTo>
                      <a:pt x="48" y="15"/>
                      <a:pt x="51" y="23"/>
                      <a:pt x="51" y="34"/>
                    </a:cubicBezTo>
                    <a:cubicBezTo>
                      <a:pt x="51" y="45"/>
                      <a:pt x="48" y="53"/>
                      <a:pt x="43" y="59"/>
                    </a:cubicBezTo>
                    <a:cubicBezTo>
                      <a:pt x="38" y="65"/>
                      <a:pt x="32" y="68"/>
                      <a:pt x="25" y="68"/>
                    </a:cubicBezTo>
                    <a:cubicBezTo>
                      <a:pt x="18" y="68"/>
                      <a:pt x="12" y="65"/>
                      <a:pt x="7" y="59"/>
                    </a:cubicBezTo>
                    <a:cubicBezTo>
                      <a:pt x="2" y="53"/>
                      <a:pt x="0" y="45"/>
                      <a:pt x="0" y="33"/>
                    </a:cubicBezTo>
                    <a:close/>
                    <a:moveTo>
                      <a:pt x="25" y="11"/>
                    </a:moveTo>
                    <a:cubicBezTo>
                      <a:pt x="21" y="11"/>
                      <a:pt x="18" y="13"/>
                      <a:pt x="16" y="16"/>
                    </a:cubicBezTo>
                    <a:cubicBezTo>
                      <a:pt x="14" y="19"/>
                      <a:pt x="12" y="26"/>
                      <a:pt x="12" y="35"/>
                    </a:cubicBezTo>
                    <a:cubicBezTo>
                      <a:pt x="12" y="43"/>
                      <a:pt x="14" y="49"/>
                      <a:pt x="16" y="52"/>
                    </a:cubicBezTo>
                    <a:cubicBezTo>
                      <a:pt x="18" y="55"/>
                      <a:pt x="21" y="57"/>
                      <a:pt x="25" y="57"/>
                    </a:cubicBezTo>
                    <a:cubicBezTo>
                      <a:pt x="29" y="57"/>
                      <a:pt x="32" y="55"/>
                      <a:pt x="34" y="52"/>
                    </a:cubicBezTo>
                    <a:cubicBezTo>
                      <a:pt x="37" y="49"/>
                      <a:pt x="38" y="42"/>
                      <a:pt x="38" y="33"/>
                    </a:cubicBezTo>
                    <a:cubicBezTo>
                      <a:pt x="38" y="25"/>
                      <a:pt x="37" y="19"/>
                      <a:pt x="34" y="16"/>
                    </a:cubicBezTo>
                    <a:cubicBezTo>
                      <a:pt x="32" y="13"/>
                      <a:pt x="29" y="11"/>
                      <a:pt x="25" y="11"/>
                    </a:cubicBezTo>
                    <a:close/>
                    <a:moveTo>
                      <a:pt x="25" y="135"/>
                    </a:moveTo>
                    <a:lnTo>
                      <a:pt x="91" y="0"/>
                    </a:lnTo>
                    <a:lnTo>
                      <a:pt x="102" y="0"/>
                    </a:lnTo>
                    <a:lnTo>
                      <a:pt x="37" y="135"/>
                    </a:lnTo>
                    <a:lnTo>
                      <a:pt x="25" y="135"/>
                    </a:lnTo>
                    <a:close/>
                    <a:moveTo>
                      <a:pt x="77" y="100"/>
                    </a:moveTo>
                    <a:cubicBezTo>
                      <a:pt x="77" y="91"/>
                      <a:pt x="79" y="83"/>
                      <a:pt x="83" y="77"/>
                    </a:cubicBezTo>
                    <a:cubicBezTo>
                      <a:pt x="88" y="71"/>
                      <a:pt x="94" y="67"/>
                      <a:pt x="102" y="67"/>
                    </a:cubicBezTo>
                    <a:cubicBezTo>
                      <a:pt x="110" y="67"/>
                      <a:pt x="116" y="70"/>
                      <a:pt x="121" y="76"/>
                    </a:cubicBezTo>
                    <a:cubicBezTo>
                      <a:pt x="126" y="82"/>
                      <a:pt x="128" y="90"/>
                      <a:pt x="128" y="101"/>
                    </a:cubicBezTo>
                    <a:cubicBezTo>
                      <a:pt x="128" y="112"/>
                      <a:pt x="126" y="120"/>
                      <a:pt x="121" y="126"/>
                    </a:cubicBezTo>
                    <a:cubicBezTo>
                      <a:pt x="116" y="132"/>
                      <a:pt x="109" y="135"/>
                      <a:pt x="102" y="135"/>
                    </a:cubicBezTo>
                    <a:cubicBezTo>
                      <a:pt x="95" y="135"/>
                      <a:pt x="89" y="132"/>
                      <a:pt x="84" y="126"/>
                    </a:cubicBezTo>
                    <a:cubicBezTo>
                      <a:pt x="79" y="120"/>
                      <a:pt x="77" y="112"/>
                      <a:pt x="77" y="100"/>
                    </a:cubicBezTo>
                    <a:close/>
                    <a:moveTo>
                      <a:pt x="102" y="78"/>
                    </a:moveTo>
                    <a:cubicBezTo>
                      <a:pt x="99" y="78"/>
                      <a:pt x="96" y="80"/>
                      <a:pt x="93" y="83"/>
                    </a:cubicBezTo>
                    <a:cubicBezTo>
                      <a:pt x="91" y="87"/>
                      <a:pt x="90" y="93"/>
                      <a:pt x="90" y="102"/>
                    </a:cubicBezTo>
                    <a:cubicBezTo>
                      <a:pt x="90" y="110"/>
                      <a:pt x="91" y="116"/>
                      <a:pt x="93" y="119"/>
                    </a:cubicBezTo>
                    <a:cubicBezTo>
                      <a:pt x="96" y="122"/>
                      <a:pt x="99" y="124"/>
                      <a:pt x="102" y="124"/>
                    </a:cubicBezTo>
                    <a:cubicBezTo>
                      <a:pt x="106" y="124"/>
                      <a:pt x="109" y="122"/>
                      <a:pt x="112" y="119"/>
                    </a:cubicBezTo>
                    <a:cubicBezTo>
                      <a:pt x="114" y="116"/>
                      <a:pt x="115" y="109"/>
                      <a:pt x="115" y="100"/>
                    </a:cubicBezTo>
                    <a:cubicBezTo>
                      <a:pt x="115" y="92"/>
                      <a:pt x="114" y="86"/>
                      <a:pt x="112" y="83"/>
                    </a:cubicBezTo>
                    <a:cubicBezTo>
                      <a:pt x="109" y="80"/>
                      <a:pt x="106" y="78"/>
                      <a:pt x="102" y="7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it-IT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 Light" panose="020B03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EB9ADE9-C5AE-367D-0693-C2314A9114E0}"/>
              </a:ext>
            </a:extLst>
          </p:cNvPr>
          <p:cNvSpPr txBox="1">
            <a:spLocks/>
          </p:cNvSpPr>
          <p:nvPr/>
        </p:nvSpPr>
        <p:spPr bwMode="auto">
          <a:xfrm>
            <a:off x="1733013" y="2232128"/>
            <a:ext cx="3454400" cy="9602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bg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5pPr>
            <a:lvl6pPr marL="3352716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6pPr>
            <a:lvl7pPr marL="3962301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7pPr>
            <a:lvl8pPr marL="4571886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8pPr>
            <a:lvl9pPr marL="5181470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9pPr>
          </a:lstStyle>
          <a:p>
            <a:pPr marL="234945" marR="0" lvl="0" indent="-23494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Metodologia </a:t>
            </a:r>
          </a:p>
          <a:p>
            <a:pPr marL="234945" marR="0" lvl="0" indent="-23494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Prodotti in test</a:t>
            </a:r>
          </a:p>
          <a:p>
            <a:pPr marL="234945" marR="0" lvl="0" indent="-23494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Metodologia - prodotto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ACA2F36-09E5-7806-BA4B-E493587D53E2}"/>
              </a:ext>
            </a:extLst>
          </p:cNvPr>
          <p:cNvSpPr txBox="1">
            <a:spLocks/>
          </p:cNvSpPr>
          <p:nvPr/>
        </p:nvSpPr>
        <p:spPr bwMode="auto">
          <a:xfrm>
            <a:off x="7924093" y="2183166"/>
            <a:ext cx="3454400" cy="36933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bg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5pPr>
            <a:lvl6pPr marL="3352716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6pPr>
            <a:lvl7pPr marL="3962301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7pPr>
            <a:lvl8pPr marL="4571886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8pPr>
            <a:lvl9pPr marL="5181470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9pPr>
          </a:lstStyle>
          <a:p>
            <a:pPr marL="234945" marR="0" lvl="0" indent="-23494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Sintesi dei principali risultati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73FC603-9B51-775D-0740-C08325C91795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1752683" y="3556413"/>
            <a:ext cx="5507754" cy="28069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marL="234945" marR="0" lvl="0" indent="-234945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Tavole sinottiche Indicatori di performance:</a:t>
            </a:r>
          </a:p>
          <a:p>
            <a:pPr marL="692145" marR="0" lvl="1" indent="-234945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Gradimento prima della prova</a:t>
            </a:r>
          </a:p>
          <a:p>
            <a:pPr marL="692145" marR="0" lvl="1" indent="-234945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Gradimento dopo la prova:</a:t>
            </a:r>
          </a:p>
          <a:p>
            <a:pPr marL="1200150" marR="0" lvl="2" indent="-285750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Overall e profilo di gradimento </a:t>
            </a:r>
          </a:p>
          <a:p>
            <a:pPr marL="1200150" marR="0" lvl="2" indent="-285750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La distribuzione del gradimento overall</a:t>
            </a:r>
          </a:p>
          <a:p>
            <a:pPr marL="1200150" marR="0" lvl="2" indent="-285750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Propensione al </a:t>
            </a:r>
            <a:r>
              <a:rPr kumimoji="0" lang="it-I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riconsumo</a:t>
            </a:r>
            <a:endParaRPr kumimoji="0" lang="it-I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 Light" panose="020B0304020202020204" pitchFamily="34" charset="0"/>
              <a:ea typeface="MS PGothic" pitchFamily="34" charset="-128"/>
              <a:cs typeface="ＭＳ Ｐゴシック" charset="0"/>
            </a:endParaRPr>
          </a:p>
          <a:p>
            <a:pPr marL="1200150" marR="0" lvl="2" indent="-285750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Confronto (mentale) con il prodotto abituale</a:t>
            </a:r>
          </a:p>
          <a:p>
            <a:pPr marL="234945" marR="0" lvl="0" indent="-234945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Tavola di Diagnostica e indicatori di miglioramento:</a:t>
            </a:r>
          </a:p>
          <a:p>
            <a:pPr marL="692145" marR="0" lvl="1" indent="-234945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I giudizi di adeguatezza</a:t>
            </a:r>
          </a:p>
          <a:p>
            <a:pPr marL="692145" marR="0" lvl="1" indent="-234945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Aspetti negativi spontanei (</a:t>
            </a:r>
            <a:r>
              <a:rPr kumimoji="0" lang="it-I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dislikes</a:t>
            </a:r>
            <a:r>
              <a: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ＭＳ Ｐゴシック" charset="0"/>
              </a:rPr>
              <a:t>)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AAA57B25-1131-39A9-CEC3-8A709453C82F}"/>
              </a:ext>
            </a:extLst>
          </p:cNvPr>
          <p:cNvSpPr txBox="1">
            <a:spLocks/>
          </p:cNvSpPr>
          <p:nvPr/>
        </p:nvSpPr>
        <p:spPr bwMode="auto">
          <a:xfrm>
            <a:off x="7986511" y="3670753"/>
            <a:ext cx="3454400" cy="71032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bg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bg1"/>
                </a:solidFill>
                <a:latin typeface="+mn-lt"/>
                <a:ea typeface="MS PGothic" pitchFamily="34" charset="-128"/>
              </a:defRPr>
            </a:lvl5pPr>
            <a:lvl6pPr marL="3352716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6pPr>
            <a:lvl7pPr marL="3962301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7pPr>
            <a:lvl8pPr marL="4571886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8pPr>
            <a:lvl9pPr marL="5181470" indent="-304792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+mn-lt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Marche più consumate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Riepilogo risultati tutti i prodotti</a:t>
            </a:r>
          </a:p>
        </p:txBody>
      </p:sp>
    </p:spTree>
    <p:extLst>
      <p:ext uri="{BB962C8B-B14F-4D97-AF65-F5344CB8AC3E}">
        <p14:creationId xmlns:p14="http://schemas.microsoft.com/office/powerpoint/2010/main" val="1453078575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itolo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>
                <a:solidFill>
                  <a:srgbClr val="EF7F00"/>
                </a:solidFill>
              </a:rPr>
              <a:t>Introduzione</a:t>
            </a:r>
            <a:endParaRPr lang="it-IT" dirty="0"/>
          </a:p>
        </p:txBody>
      </p:sp>
      <p:sp>
        <p:nvSpPr>
          <p:cNvPr id="3" name="Footer"/>
          <p:cNvSpPr>
            <a:spLocks noGrp="1" noChangeArrowheads="1"/>
          </p:cNvSpPr>
          <p:nvPr>
            <p:ph type="ftr" sz="quarter" idx="3"/>
          </p:nvPr>
        </p:nvSpPr>
        <p:spPr>
          <a:prstGeom prst="rect">
            <a:avLst/>
          </a:prstGeom>
          <a:ln/>
        </p:spPr>
        <p:txBody>
          <a:bodyPr/>
          <a:lstStyle/>
          <a:p>
            <a:pPr lvl="0" defTabSz="1219170">
              <a:spcBef>
                <a:spcPct val="0"/>
              </a:spcBef>
              <a:buNone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[[TITOLO]] – job [[JOB]]</a:t>
            </a:r>
            <a:r>
              <a:rPr lang="it-IT" sz="1200" dirty="0">
                <a:solidFill>
                  <a:srgbClr val="FFFFFF"/>
                </a:solidFill>
                <a:latin typeface="Avenir Next LT Pro Light" panose="020B0304020202020204" pitchFamily="34" charset="0"/>
                <a:ea typeface="MS PGothic" pitchFamily="34" charset="-128"/>
              </a:rPr>
              <a:t> – [[DATA]]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Light" panose="020B0304020202020204" pitchFamily="34" charset="0"/>
              <a:ea typeface="MS PGothic" pitchFamily="34" charset="-128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sto2">
            <a:extLst>
              <a:ext uri="{FF2B5EF4-FFF2-40B4-BE49-F238E27FC236}">
                <a16:creationId xmlns:a16="http://schemas.microsoft.com/office/drawing/2014/main" id="{827A2DD8-5059-D5A5-84A1-0525DBAC1D59}"/>
              </a:ext>
            </a:extLst>
          </p:cNvPr>
          <p:cNvSpPr/>
          <p:nvPr/>
        </p:nvSpPr>
        <p:spPr>
          <a:xfrm>
            <a:off x="129022" y="5631546"/>
            <a:ext cx="11830749" cy="551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121917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I prodotti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sono stati esaminati da un campione di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[[N_CAMPIONE]] soggetti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, consumatori o non 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rejectors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delle categorie dei prodotti in test, equidistribuito nelle tre aree: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[[AREE]]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. Tutti i prodotti sono stati valutati in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condizioni «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branded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».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Avenir Next LT Pro Light" panose="020B0304020202020204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Testo1">
            <a:extLst>
              <a:ext uri="{FF2B5EF4-FFF2-40B4-BE49-F238E27FC236}">
                <a16:creationId xmlns:a16="http://schemas.microsoft.com/office/drawing/2014/main" id="{D942D107-74F2-77C4-77AB-28F29D6F88B1}"/>
              </a:ext>
            </a:extLst>
          </p:cNvPr>
          <p:cNvSpPr/>
          <p:nvPr/>
        </p:nvSpPr>
        <p:spPr>
          <a:xfrm>
            <a:off x="156624" y="1035710"/>
            <a:ext cx="11830749" cy="314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121917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In questo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Shopping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Bag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sono state inserite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[[N_PROD]] tipologie di prodotto di cui [[N_PROD_FOOD]] appartenenti alla categoria FOOD.</a:t>
            </a:r>
            <a:endParaRPr kumimoji="0" lang="it-IT" sz="1467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Avenir Next LT Pro Light" panose="020B0304020202020204" pitchFamily="34" charset="0"/>
              <a:ea typeface="MS PGothic" pitchFamily="34" charset="-128"/>
              <a:cs typeface="+mn-cs"/>
            </a:endParaRPr>
          </a:p>
        </p:txBody>
      </p:sp>
      <p:graphicFrame>
        <p:nvGraphicFramePr>
          <p:cNvPr id="9" name="Tabella2">
            <a:extLst>
              <a:ext uri="{FF2B5EF4-FFF2-40B4-BE49-F238E27FC236}">
                <a16:creationId xmlns:a16="http://schemas.microsoft.com/office/drawing/2014/main" id="{0B270CA4-1342-3EA2-BADE-5FF19C929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411978"/>
              </p:ext>
            </p:extLst>
          </p:nvPr>
        </p:nvGraphicFramePr>
        <p:xfrm>
          <a:off x="6149266" y="1434708"/>
          <a:ext cx="5976000" cy="4096128"/>
        </p:xfrm>
        <a:graphic>
          <a:graphicData uri="http://schemas.openxmlformats.org/drawingml/2006/table">
            <a:tbl>
              <a:tblPr/>
              <a:tblGrid>
                <a:gridCol w="2988000">
                  <a:extLst>
                    <a:ext uri="{9D8B030D-6E8A-4147-A177-3AD203B41FA5}">
                      <a16:colId xmlns:a16="http://schemas.microsoft.com/office/drawing/2014/main" val="36894472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189237666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82089257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>
                          <a:solidFill>
                            <a:srgbClr val="1C1C1C"/>
                          </a:solidFill>
                          <a:latin typeface="Avenir Next LT Pro Light" panose="020B0304020202020204" pitchFamily="34" charset="0"/>
                          <a:ea typeface="MS PGothic" pitchFamily="34" charset="-128"/>
                        </a:rPr>
                        <a:t>PRODOTTI [[TIPO_PROD]]</a:t>
                      </a: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600" b="1" i="1" u="none" strike="noStrike" baseline="0" dirty="0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Selex </a:t>
                      </a:r>
                    </a:p>
                    <a:p>
                      <a:pPr algn="ctr" fontAlgn="b"/>
                      <a:r>
                        <a:rPr lang="it-IT" sz="1600" b="1" i="1" u="none" strike="noStrike" baseline="0" dirty="0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o altro marchio </a:t>
                      </a:r>
                    </a:p>
                    <a:p>
                      <a:pPr algn="ctr" fontAlgn="b"/>
                      <a:r>
                        <a:rPr lang="it-IT" sz="1600" b="1" i="1" u="none" strike="noStrike" baseline="0" dirty="0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- fornitore</a:t>
                      </a:r>
                      <a:endParaRPr lang="it-IT" sz="1600" b="1" i="1" u="none" strike="noStrike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i="1" u="none" strike="noStrike" err="1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Pag</a:t>
                      </a:r>
                      <a:r>
                        <a:rPr lang="it-IT" sz="1600" b="1" i="1" u="none" strike="noStrike" baseline="0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 n</a:t>
                      </a:r>
                      <a:r>
                        <a:rPr lang="it-IT" sz="1600" b="1" i="1" u="none" strike="noStrike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.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930238"/>
                  </a:ext>
                </a:extLst>
              </a:tr>
              <a:tr h="352128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200" b="1" i="0" u="none" strike="noStrike" dirty="0">
                        <a:solidFill>
                          <a:srgbClr val="EF7F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4868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200" b="1" i="0" u="none" strike="noStrike" kern="1200" dirty="0">
                        <a:solidFill>
                          <a:srgbClr val="EF7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830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200" b="1" i="0" u="none" strike="noStrike" dirty="0">
                        <a:solidFill>
                          <a:srgbClr val="00CC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550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EF7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2318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200" b="1" i="0" u="none" strike="noStrike" dirty="0">
                        <a:solidFill>
                          <a:srgbClr val="00CC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8279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00CC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05411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00CC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16066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00CC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5980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00CC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684054"/>
                  </a:ext>
                </a:extLst>
              </a:tr>
            </a:tbl>
          </a:graphicData>
        </a:graphic>
      </p:graphicFrame>
      <p:graphicFrame>
        <p:nvGraphicFramePr>
          <p:cNvPr id="2" name="Tabella1">
            <a:extLst>
              <a:ext uri="{FF2B5EF4-FFF2-40B4-BE49-F238E27FC236}">
                <a16:creationId xmlns:a16="http://schemas.microsoft.com/office/drawing/2014/main" id="{B51A25A6-6EC8-5D1A-CAD9-B2F120B87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122691"/>
              </p:ext>
            </p:extLst>
          </p:nvPr>
        </p:nvGraphicFramePr>
        <p:xfrm>
          <a:off x="75756" y="1442819"/>
          <a:ext cx="5976000" cy="4096128"/>
        </p:xfrm>
        <a:graphic>
          <a:graphicData uri="http://schemas.openxmlformats.org/drawingml/2006/table">
            <a:tbl>
              <a:tblPr/>
              <a:tblGrid>
                <a:gridCol w="2988000">
                  <a:extLst>
                    <a:ext uri="{9D8B030D-6E8A-4147-A177-3AD203B41FA5}">
                      <a16:colId xmlns:a16="http://schemas.microsoft.com/office/drawing/2014/main" val="36894472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189237666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82089257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>
                          <a:solidFill>
                            <a:srgbClr val="1C1C1C"/>
                          </a:solidFill>
                          <a:latin typeface="Avenir Next LT Pro Light" panose="020B0304020202020204" pitchFamily="34" charset="0"/>
                          <a:ea typeface="MS PGothic" pitchFamily="34" charset="-128"/>
                        </a:rPr>
                        <a:t>PRODOTTI [[TIPO_PROD]]</a:t>
                      </a: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600" b="1" i="1" u="none" strike="noStrike" baseline="0" dirty="0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Selex </a:t>
                      </a:r>
                    </a:p>
                    <a:p>
                      <a:pPr algn="ctr" fontAlgn="b"/>
                      <a:r>
                        <a:rPr lang="it-IT" sz="1600" b="1" i="1" u="none" strike="noStrike" baseline="0" dirty="0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o altro marchio </a:t>
                      </a:r>
                    </a:p>
                    <a:p>
                      <a:pPr algn="ctr" fontAlgn="b"/>
                      <a:r>
                        <a:rPr lang="it-IT" sz="1600" b="1" i="1" u="none" strike="noStrike" baseline="0" dirty="0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- fornitore</a:t>
                      </a:r>
                      <a:endParaRPr lang="it-IT" sz="1600" b="1" i="1" u="none" strike="noStrike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i="1" u="none" strike="noStrike" err="1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Pag</a:t>
                      </a:r>
                      <a:r>
                        <a:rPr lang="it-IT" sz="1600" b="1" i="1" u="none" strike="noStrike" baseline="0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 n</a:t>
                      </a:r>
                      <a:r>
                        <a:rPr lang="it-IT" sz="1600" b="1" i="1" u="none" strike="noStrike">
                          <a:solidFill>
                            <a:schemeClr val="tx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.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930238"/>
                  </a:ext>
                </a:extLst>
              </a:tr>
              <a:tr h="352128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200" b="1" i="0" u="none" strike="noStrike" kern="1200" dirty="0">
                        <a:solidFill>
                          <a:srgbClr val="00CC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4868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F7F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830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it-IT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EF7F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550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200" b="1" i="0" u="none" strike="noStrike" dirty="0">
                        <a:solidFill>
                          <a:srgbClr val="EF7F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2318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EF7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8279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EF7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38761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00CC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Avenir Next LT Pro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34075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00CC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1632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endParaRPr kumimoji="0" lang="it-IT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C1C1C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MS PGothic" pitchFamily="34" charset="-128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it-IT" sz="1200" b="1" i="0" u="none" strike="noStrike" kern="1200" dirty="0">
                        <a:solidFill>
                          <a:srgbClr val="00CC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LT Pro Light" panose="020B0304020202020204" pitchFamily="34" charset="0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4612"/>
                  </a:ext>
                </a:extLst>
              </a:tr>
            </a:tbl>
          </a:graphicData>
        </a:graphic>
      </p:graphicFrame>
      <p:sp>
        <p:nvSpPr>
          <p:cNvPr id="12" name="Logo">
            <a:extLst>
              <a:ext uri="{FF2B5EF4-FFF2-40B4-BE49-F238E27FC236}">
                <a16:creationId xmlns:a16="http://schemas.microsoft.com/office/drawing/2014/main" id="{F431997A-15CB-8298-2718-C5CA01F8F8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Titolo">
            <a:extLst>
              <a:ext uri="{FF2B5EF4-FFF2-40B4-BE49-F238E27FC236}">
                <a16:creationId xmlns:a16="http://schemas.microsoft.com/office/drawing/2014/main" id="{740DF7F1-6393-ECF6-D7AD-3014E5A7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Metodologia: elenco prodotti in test</a:t>
            </a:r>
          </a:p>
        </p:txBody>
      </p:sp>
    </p:spTree>
    <p:extLst>
      <p:ext uri="{BB962C8B-B14F-4D97-AF65-F5344CB8AC3E}">
        <p14:creationId xmlns:p14="http://schemas.microsoft.com/office/powerpoint/2010/main" val="3767547387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8B62D6BB-E6FA-8C6B-39CD-1F2B853DD62F}"/>
              </a:ext>
            </a:extLst>
          </p:cNvPr>
          <p:cNvSpPr/>
          <p:nvPr/>
        </p:nvSpPr>
        <p:spPr>
          <a:xfrm>
            <a:off x="254181" y="1051152"/>
            <a:ext cx="11688412" cy="5183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599002" rtl="0" eaLnBrk="1" fontAlgn="base" latinLnBrk="0" hangingPunct="1">
              <a:lnSpc>
                <a:spcPts val="2400"/>
              </a:lnSpc>
              <a:spcBef>
                <a:spcPts val="433"/>
              </a:spcBef>
              <a:spcAft>
                <a:spcPct val="0"/>
              </a:spcAft>
              <a:buClr>
                <a:srgbClr val="5F5F5F"/>
              </a:buClr>
              <a:buSzTx/>
              <a:buFontTx/>
              <a:buNone/>
              <a:tabLst>
                <a:tab pos="0" algn="l"/>
                <a:tab pos="162980" algn="l"/>
                <a:tab pos="761981" algn="l"/>
                <a:tab pos="1360983" algn="l"/>
                <a:tab pos="1959984" algn="l"/>
                <a:tab pos="2558987" algn="l"/>
                <a:tab pos="3157988" algn="l"/>
                <a:tab pos="3756990" algn="l"/>
                <a:tab pos="4355991" algn="l"/>
                <a:tab pos="4954993" algn="l"/>
                <a:tab pos="5553994" algn="l"/>
                <a:tab pos="6152997" algn="l"/>
                <a:tab pos="6751998" algn="l"/>
                <a:tab pos="7351000" algn="l"/>
                <a:tab pos="7950001" algn="l"/>
                <a:tab pos="8549004" algn="l"/>
                <a:tab pos="9148005" algn="l"/>
                <a:tab pos="9747007" algn="l"/>
                <a:tab pos="10346008" algn="l"/>
                <a:tab pos="10945010" algn="l"/>
                <a:tab pos="11544011" algn="l"/>
              </a:tabLst>
              <a:defRPr/>
            </a:pP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Le famiglie sono state scelte all'interno di una banca dati ADACTA già disponibile e in costante aggiornamento, costituita da soggetti che già 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hanno partecipato con successo e affidabilità a precedenti indagini su prodotti di largo consumo. Sono state rilevate le normali abitudini 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di consumo e le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marche abitualmente acquistate 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e sono stati coinvolti sia consumatori che soggetti «non </a:t>
            </a:r>
            <a:r>
              <a:rPr kumimoji="0" lang="it-IT" sz="1550" b="0" i="0" u="none" strike="noStrike" kern="1200" cap="none" spc="0" normalizeH="0" baseline="0" noProof="0" dirty="0" err="1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rejectors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» dei prodotti in test.</a:t>
            </a:r>
          </a:p>
          <a:p>
            <a:pPr marL="0" marR="0" lvl="0" indent="0" algn="just" defTabSz="599002" rtl="0" eaLnBrk="1" fontAlgn="base" latinLnBrk="0" hangingPunct="1">
              <a:lnSpc>
                <a:spcPts val="2400"/>
              </a:lnSpc>
              <a:spcBef>
                <a:spcPts val="433"/>
              </a:spcBef>
              <a:spcAft>
                <a:spcPct val="0"/>
              </a:spcAft>
              <a:buClr>
                <a:srgbClr val="5F5F5F"/>
              </a:buClr>
              <a:buSzTx/>
              <a:buFontTx/>
              <a:buNone/>
              <a:tabLst>
                <a:tab pos="0" algn="l"/>
                <a:tab pos="162980" algn="l"/>
                <a:tab pos="761981" algn="l"/>
                <a:tab pos="1360983" algn="l"/>
                <a:tab pos="1959984" algn="l"/>
                <a:tab pos="2558987" algn="l"/>
                <a:tab pos="3157988" algn="l"/>
                <a:tab pos="3756990" algn="l"/>
                <a:tab pos="4355991" algn="l"/>
                <a:tab pos="4954993" algn="l"/>
                <a:tab pos="5553994" algn="l"/>
                <a:tab pos="6152997" algn="l"/>
                <a:tab pos="6751998" algn="l"/>
                <a:tab pos="7351000" algn="l"/>
                <a:tab pos="7950001" algn="l"/>
                <a:tab pos="8549004" algn="l"/>
                <a:tab pos="9148005" algn="l"/>
                <a:tab pos="9747007" algn="l"/>
                <a:tab pos="10346008" algn="l"/>
                <a:tab pos="10945010" algn="l"/>
                <a:tab pos="11544011" algn="l"/>
              </a:tabLst>
              <a:defRPr/>
            </a:pP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I prodotti in esame sono stati valutati durante una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EF7F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prova domiciliare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, in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EF7F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reali condizioni d’uso, fornendo tutte le referenze nella loro confezione originale: 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la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fase di prova/assaggio 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è stata preceduta da una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fase di aspettativa 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dove è stato rilevato il </a:t>
            </a:r>
            <a:r>
              <a:rPr kumimoji="0" lang="it-IT" sz="155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gradimento complessivo atteso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veicolato dalla sola vista della confezione, il </a:t>
            </a:r>
            <a:r>
              <a:rPr kumimoji="0" lang="it-IT" sz="155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grado di fiducia nella marca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e il </a:t>
            </a:r>
            <a:r>
              <a:rPr kumimoji="0" lang="it-IT" sz="155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gradimento della confezione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.</a:t>
            </a:r>
          </a:p>
          <a:p>
            <a:pPr marL="0" marR="0" lvl="0" indent="0" algn="just" defTabSz="599002" rtl="0" eaLnBrk="1" fontAlgn="base" latinLnBrk="0" hangingPunct="1">
              <a:lnSpc>
                <a:spcPts val="2400"/>
              </a:lnSpc>
              <a:spcBef>
                <a:spcPts val="433"/>
              </a:spcBef>
              <a:spcAft>
                <a:spcPct val="0"/>
              </a:spcAft>
              <a:buClr>
                <a:srgbClr val="5F5F5F"/>
              </a:buClr>
              <a:buSzTx/>
              <a:buFontTx/>
              <a:buNone/>
              <a:tabLst>
                <a:tab pos="0" algn="l"/>
                <a:tab pos="162980" algn="l"/>
                <a:tab pos="761981" algn="l"/>
                <a:tab pos="1360983" algn="l"/>
                <a:tab pos="1959984" algn="l"/>
                <a:tab pos="2558987" algn="l"/>
                <a:tab pos="3157988" algn="l"/>
                <a:tab pos="3756990" algn="l"/>
                <a:tab pos="4355991" algn="l"/>
                <a:tab pos="4954993" algn="l"/>
                <a:tab pos="5553994" algn="l"/>
                <a:tab pos="6152997" algn="l"/>
                <a:tab pos="6751998" algn="l"/>
                <a:tab pos="7351000" algn="l"/>
                <a:tab pos="7950001" algn="l"/>
                <a:tab pos="8549004" algn="l"/>
                <a:tab pos="9148005" algn="l"/>
                <a:tab pos="9747007" algn="l"/>
                <a:tab pos="10346008" algn="l"/>
                <a:tab pos="10945010" algn="l"/>
                <a:tab pos="11544011" algn="l"/>
              </a:tabLst>
              <a:defRPr/>
            </a:pP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Dopo la prova, i consumatori, per ognuno dei prodotti inviati, hanno espresso un punteggio circa: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il grado di soddisfazione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complessivo 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e per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alcuni parametri sensoriali o funzionali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, l'approfondimento sull’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intensità/livello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percepito dell’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adeguatezza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di alcuni fattori specifici fondamentali (sensoriali e funzionali), le eventuali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segnalazioni negative spontanee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(</a:t>
            </a:r>
            <a:r>
              <a:rPr kumimoji="0" lang="it-IT" sz="1550" b="0" i="0" u="none" strike="noStrike" kern="1200" cap="none" spc="0" normalizeH="0" baseline="0" noProof="0" dirty="0" err="1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dislike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), la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propensione al </a:t>
            </a:r>
            <a:r>
              <a:rPr kumimoji="0" lang="it-IT" sz="1550" b="1" i="0" u="none" strike="noStrike" kern="1200" cap="none" spc="0" normalizeH="0" baseline="0" noProof="0" dirty="0" err="1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riconsumo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ed il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confronto mentale con il prodotto abituale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.</a:t>
            </a:r>
            <a:endParaRPr kumimoji="0" lang="it-IT" sz="155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Avenir Next LT Pro Light" panose="020B0304020202020204" pitchFamily="34" charset="0"/>
              <a:ea typeface="MS PGothic" pitchFamily="34" charset="-128"/>
              <a:cs typeface="+mn-cs"/>
            </a:endParaRPr>
          </a:p>
          <a:p>
            <a:pPr marL="0" marR="0" lvl="0" indent="0" algn="just" defTabSz="599002" rtl="0" eaLnBrk="0" fontAlgn="base" latinLnBrk="0" hangingPunct="0">
              <a:lnSpc>
                <a:spcPts val="2400"/>
              </a:lnSpc>
              <a:spcBef>
                <a:spcPts val="433"/>
              </a:spcBef>
              <a:spcAft>
                <a:spcPct val="50000"/>
              </a:spcAft>
              <a:buClr>
                <a:srgbClr val="5F5F5F"/>
              </a:buClr>
              <a:buSzTx/>
              <a:buFontTx/>
              <a:buNone/>
              <a:tabLst>
                <a:tab pos="0" algn="l"/>
                <a:tab pos="162980" algn="l"/>
                <a:tab pos="761981" algn="l"/>
                <a:tab pos="1360983" algn="l"/>
                <a:tab pos="1959984" algn="l"/>
                <a:tab pos="2558987" algn="l"/>
                <a:tab pos="3157988" algn="l"/>
                <a:tab pos="3756990" algn="l"/>
                <a:tab pos="4355991" algn="l"/>
                <a:tab pos="4954993" algn="l"/>
                <a:tab pos="5553994" algn="l"/>
                <a:tab pos="6152997" algn="l"/>
                <a:tab pos="6751998" algn="l"/>
                <a:tab pos="7351000" algn="l"/>
                <a:tab pos="7950001" algn="l"/>
                <a:tab pos="8549004" algn="l"/>
                <a:tab pos="9148005" algn="l"/>
                <a:tab pos="9747007" algn="l"/>
                <a:tab pos="10346008" algn="l"/>
                <a:tab pos="10945010" algn="l"/>
                <a:tab pos="11544011" algn="l"/>
              </a:tabLst>
              <a:defRPr/>
            </a:pPr>
            <a:r>
              <a:rPr kumimoji="0" lang="it-IT" sz="1550" b="0" i="1" u="sng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La “borsa della spesa</a:t>
            </a:r>
            <a:r>
              <a:rPr kumimoji="0" lang="it-IT" sz="155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”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conteneva tutti e [[N_PROD]] i prodotti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 ([[N_PROD_FOOD]] food e [[N_PROD_NONFOOD]] non food) 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appartenenti alle marche Selex e Consilia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, da provare nell'arco di 15 giorni in sostituzione dei prodotti normalmente consumati e, quindi, nel momento e nelle condizioni abituali.</a:t>
            </a:r>
          </a:p>
          <a:p>
            <a:pPr marL="0" marR="0" lvl="0" indent="0" algn="just" defTabSz="599002" rtl="0" eaLnBrk="0" fontAlgn="base" latinLnBrk="0" hangingPunct="0">
              <a:lnSpc>
                <a:spcPct val="100000"/>
              </a:lnSpc>
              <a:spcBef>
                <a:spcPts val="433"/>
              </a:spcBef>
              <a:spcAft>
                <a:spcPct val="50000"/>
              </a:spcAft>
              <a:buClr>
                <a:srgbClr val="5F5F5F"/>
              </a:buClr>
              <a:buSzTx/>
              <a:buFontTx/>
              <a:buNone/>
              <a:tabLst>
                <a:tab pos="0" algn="l"/>
                <a:tab pos="162980" algn="l"/>
                <a:tab pos="761981" algn="l"/>
                <a:tab pos="1360983" algn="l"/>
                <a:tab pos="1959984" algn="l"/>
                <a:tab pos="2558987" algn="l"/>
                <a:tab pos="3157988" algn="l"/>
                <a:tab pos="3756990" algn="l"/>
                <a:tab pos="4355991" algn="l"/>
                <a:tab pos="4954993" algn="l"/>
                <a:tab pos="5553994" algn="l"/>
                <a:tab pos="6152997" algn="l"/>
                <a:tab pos="6751998" algn="l"/>
                <a:tab pos="7351000" algn="l"/>
                <a:tab pos="7950001" algn="l"/>
                <a:tab pos="8549004" algn="l"/>
                <a:tab pos="9148005" algn="l"/>
                <a:tab pos="9747007" algn="l"/>
                <a:tab pos="10346008" algn="l"/>
                <a:tab pos="10945010" algn="l"/>
                <a:tab pos="11544011" algn="l"/>
              </a:tabLst>
              <a:defRPr/>
            </a:pP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EF7F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I prodotti sono stati provati tra il [[DATA]]</a:t>
            </a:r>
            <a:r>
              <a:rPr kumimoji="0" lang="it-IT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. </a:t>
            </a:r>
            <a:r>
              <a:rPr kumimoji="0" lang="it-IT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+mn-cs"/>
              </a:rPr>
              <a:t>I giudizi e le opinioni di coloro che effettivamente hanno usato i prodotti sono stati raccolti attraverso modalità ONLINE.</a:t>
            </a:r>
          </a:p>
        </p:txBody>
      </p:sp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E0664EBA-20E7-7FD9-2ACB-D5A42E6696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266F47B2-714B-ED78-3FDE-13EF389F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2690148745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Adacta">
  <a:themeElements>
    <a:clrScheme name="Aranci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dac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ranci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odello.potx" id="{6F032B07-9BBC-4A2B-AEAD-5A23ECE90F7E}" vid="{FA3DE804-8194-430A-A6A1-560A94004891}"/>
    </a:ext>
  </a:extLst>
</a:theme>
</file>

<file path=ppt/theme/theme2.xml><?xml version="1.0" encoding="utf-8"?>
<a:theme xmlns:a="http://schemas.openxmlformats.org/drawingml/2006/main" name="Introduzione">
  <a:themeElements>
    <a:clrScheme name="Copertina sezion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pertina sezion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pertina sezion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ertina sezion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ertina sezion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ertina sezion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ertina sezion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ertina sezion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pertina sezion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pertina sezion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pertina sezion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pertina sezion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pertina sezion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pertina sezion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</TotalTime>
  <Words>524</Words>
  <Application>Microsoft Office PowerPoint</Application>
  <PresentationFormat>Widescreen</PresentationFormat>
  <Paragraphs>46</Paragraphs>
  <Slides>5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5</vt:i4>
      </vt:variant>
    </vt:vector>
  </HeadingPairs>
  <TitlesOfParts>
    <vt:vector size="12" baseType="lpstr">
      <vt:lpstr>Aptos</vt:lpstr>
      <vt:lpstr>Arial</vt:lpstr>
      <vt:lpstr>Avenir Next LT Pro Light</vt:lpstr>
      <vt:lpstr>Calibri</vt:lpstr>
      <vt:lpstr>Wingdings</vt:lpstr>
      <vt:lpstr>Adacta</vt:lpstr>
      <vt:lpstr>Introduzione</vt:lpstr>
      <vt:lpstr>Shopping bag [[ANNO]] – job [[JOB]] Prodotti [[CATEGORIA]]</vt:lpstr>
      <vt:lpstr>Indice</vt:lpstr>
      <vt:lpstr>Introduzione</vt:lpstr>
      <vt:lpstr>Metodologia: elenco prodotti in test</vt:lpstr>
      <vt:lpstr>Metodologia</vt:lpstr>
    </vt:vector>
  </TitlesOfParts>
  <Company>Adacta S.r.l.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Lucchese</dc:creator>
  <cp:lastModifiedBy>Andrea Lucchese</cp:lastModifiedBy>
  <cp:revision>1</cp:revision>
  <dcterms:created xsi:type="dcterms:W3CDTF">2025-02-03T11:15:23Z</dcterms:created>
  <dcterms:modified xsi:type="dcterms:W3CDTF">2026-02-02T09:11:41Z</dcterms:modified>
</cp:coreProperties>
</file>